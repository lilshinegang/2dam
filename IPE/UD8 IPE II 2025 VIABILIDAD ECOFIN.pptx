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80" r:id="rId1"/>
  </p:sldMasterIdLst>
  <p:notesMasterIdLst>
    <p:notesMasterId r:id="rId41"/>
  </p:notesMasterIdLst>
  <p:sldIdLst>
    <p:sldId id="256" r:id="rId2"/>
    <p:sldId id="257" r:id="rId3"/>
    <p:sldId id="302" r:id="rId4"/>
    <p:sldId id="303" r:id="rId5"/>
    <p:sldId id="320" r:id="rId6"/>
    <p:sldId id="319" r:id="rId7"/>
    <p:sldId id="304" r:id="rId8"/>
    <p:sldId id="305" r:id="rId9"/>
    <p:sldId id="306" r:id="rId10"/>
    <p:sldId id="307" r:id="rId11"/>
    <p:sldId id="308" r:id="rId12"/>
    <p:sldId id="309" r:id="rId13"/>
    <p:sldId id="258" r:id="rId14"/>
    <p:sldId id="259" r:id="rId15"/>
    <p:sldId id="260" r:id="rId16"/>
    <p:sldId id="263" r:id="rId17"/>
    <p:sldId id="271" r:id="rId18"/>
    <p:sldId id="274" r:id="rId19"/>
    <p:sldId id="275" r:id="rId20"/>
    <p:sldId id="283" r:id="rId21"/>
    <p:sldId id="280" r:id="rId22"/>
    <p:sldId id="290" r:id="rId23"/>
    <p:sldId id="261" r:id="rId24"/>
    <p:sldId id="284" r:id="rId25"/>
    <p:sldId id="285" r:id="rId26"/>
    <p:sldId id="262" r:id="rId27"/>
    <p:sldId id="288" r:id="rId28"/>
    <p:sldId id="291" r:id="rId29"/>
    <p:sldId id="292" r:id="rId30"/>
    <p:sldId id="301" r:id="rId31"/>
    <p:sldId id="310" r:id="rId32"/>
    <p:sldId id="311" r:id="rId33"/>
    <p:sldId id="312" r:id="rId34"/>
    <p:sldId id="313" r:id="rId35"/>
    <p:sldId id="314" r:id="rId36"/>
    <p:sldId id="315" r:id="rId37"/>
    <p:sldId id="317" r:id="rId38"/>
    <p:sldId id="318" r:id="rId39"/>
    <p:sldId id="300" r:id="rId40"/>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50" autoAdjust="0"/>
    <p:restoredTop sz="94660"/>
  </p:normalViewPr>
  <p:slideViewPr>
    <p:cSldViewPr>
      <p:cViewPr varScale="1">
        <p:scale>
          <a:sx n="72" d="100"/>
          <a:sy n="72" d="100"/>
        </p:scale>
        <p:origin x="1470" y="3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slide" Target="../slides/slide2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67D0FE-D283-4352-8AEC-5F0F55B95E3D}" type="doc">
      <dgm:prSet loTypeId="urn:diagrams.loki3.com/BracketList+Icon" loCatId="list" qsTypeId="urn:microsoft.com/office/officeart/2005/8/quickstyle/simple1" qsCatId="simple" csTypeId="urn:microsoft.com/office/officeart/2005/8/colors/accent1_2" csCatId="accent1" phldr="1"/>
      <dgm:spPr/>
      <dgm:t>
        <a:bodyPr/>
        <a:lstStyle/>
        <a:p>
          <a:endParaRPr lang="es-ES"/>
        </a:p>
      </dgm:t>
    </dgm:pt>
    <dgm:pt modelId="{00C83513-63FF-46AA-9803-92F85D1A3C94}">
      <dgm:prSet phldrT="[Texto]" custT="1"/>
      <dgm:spPr/>
      <dgm:t>
        <a:bodyPr/>
        <a:lstStyle/>
        <a:p>
          <a:r>
            <a:rPr lang="es-ES" sz="1600" b="1" dirty="0"/>
            <a:t>Costes fijos</a:t>
          </a:r>
        </a:p>
      </dgm:t>
      <dgm:extLst>
        <a:ext uri="{E40237B7-FDA0-4F09-8148-C483321AD2D9}">
          <dgm14:cNvPr xmlns:dgm14="http://schemas.microsoft.com/office/drawing/2010/diagram" id="0" name="">
            <a:hlinkClick xmlns:r="http://schemas.openxmlformats.org/officeDocument/2006/relationships" r:id="rId1" action="ppaction://hlinksldjump"/>
          </dgm14:cNvPr>
        </a:ext>
      </dgm:extLst>
    </dgm:pt>
    <dgm:pt modelId="{1DAF447C-822F-4253-A563-048A10AED8DD}" type="parTrans" cxnId="{A7D004FC-5059-43DD-BF74-4F862AE78C27}">
      <dgm:prSet/>
      <dgm:spPr/>
      <dgm:t>
        <a:bodyPr/>
        <a:lstStyle/>
        <a:p>
          <a:endParaRPr lang="es-ES" sz="1600"/>
        </a:p>
      </dgm:t>
    </dgm:pt>
    <dgm:pt modelId="{D2F604FC-9014-48A9-A77E-B0B70D08B4DE}" type="sibTrans" cxnId="{A7D004FC-5059-43DD-BF74-4F862AE78C27}">
      <dgm:prSet/>
      <dgm:spPr/>
      <dgm:t>
        <a:bodyPr/>
        <a:lstStyle/>
        <a:p>
          <a:endParaRPr lang="es-ES" sz="1600"/>
        </a:p>
      </dgm:t>
    </dgm:pt>
    <dgm:pt modelId="{E770FB4B-0900-45BB-B3E4-65B8E1F7A5E8}">
      <dgm:prSet phldrT="[Texto]" custT="1"/>
      <dgm:spPr/>
      <dgm:t>
        <a:bodyPr/>
        <a:lstStyle/>
        <a:p>
          <a:r>
            <a:rPr lang="es-ES" sz="1600" dirty="0"/>
            <a:t>Son aquellos que no dependen del nivel de actividad de la empresa, sino que son una cantidad fija independiente de la producción.  (alquiler del local se paga con independencia de los productos que se vendan)</a:t>
          </a:r>
        </a:p>
      </dgm:t>
    </dgm:pt>
    <dgm:pt modelId="{EF4C91E8-2057-4C8F-95CB-670809EA2889}" type="parTrans" cxnId="{1D04C5A8-443B-4AB0-A444-5539B375FE79}">
      <dgm:prSet/>
      <dgm:spPr/>
      <dgm:t>
        <a:bodyPr/>
        <a:lstStyle/>
        <a:p>
          <a:endParaRPr lang="es-ES" sz="1600"/>
        </a:p>
      </dgm:t>
    </dgm:pt>
    <dgm:pt modelId="{2842EB3D-D3E6-42D2-95D8-B0672396306F}" type="sibTrans" cxnId="{1D04C5A8-443B-4AB0-A444-5539B375FE79}">
      <dgm:prSet/>
      <dgm:spPr/>
      <dgm:t>
        <a:bodyPr/>
        <a:lstStyle/>
        <a:p>
          <a:endParaRPr lang="es-ES" sz="1600"/>
        </a:p>
      </dgm:t>
    </dgm:pt>
    <dgm:pt modelId="{A8C67D38-FAE5-4215-89FA-1BE70D4F6B3A}">
      <dgm:prSet phldrT="[Texto]" custT="1"/>
      <dgm:spPr/>
      <dgm:t>
        <a:bodyPr/>
        <a:lstStyle/>
        <a:p>
          <a:r>
            <a:rPr lang="es-ES" sz="1600" b="1" dirty="0"/>
            <a:t>Costes variables</a:t>
          </a:r>
        </a:p>
      </dgm:t>
      <dgm:extLst>
        <a:ext uri="{E40237B7-FDA0-4F09-8148-C483321AD2D9}">
          <dgm14:cNvPr xmlns:dgm14="http://schemas.microsoft.com/office/drawing/2010/diagram" id="0" name="">
            <a:hlinkClick xmlns:r="http://schemas.openxmlformats.org/officeDocument/2006/relationships" r:id="rId2" action="ppaction://hlinksldjump"/>
          </dgm14:cNvPr>
        </a:ext>
      </dgm:extLst>
    </dgm:pt>
    <dgm:pt modelId="{1BDF88B7-77E2-4F42-B845-3830A3277F5C}" type="parTrans" cxnId="{A9A991B9-204E-496D-B120-B6369030BA07}">
      <dgm:prSet/>
      <dgm:spPr/>
      <dgm:t>
        <a:bodyPr/>
        <a:lstStyle/>
        <a:p>
          <a:endParaRPr lang="es-ES" sz="1600"/>
        </a:p>
      </dgm:t>
    </dgm:pt>
    <dgm:pt modelId="{480F7218-32C7-47E9-93FD-E0F4A2F6E41E}" type="sibTrans" cxnId="{A9A991B9-204E-496D-B120-B6369030BA07}">
      <dgm:prSet/>
      <dgm:spPr/>
      <dgm:t>
        <a:bodyPr/>
        <a:lstStyle/>
        <a:p>
          <a:endParaRPr lang="es-ES" sz="1600"/>
        </a:p>
      </dgm:t>
    </dgm:pt>
    <dgm:pt modelId="{A35E9871-3552-4D7A-9AB9-FF9F01283717}">
      <dgm:prSet phldrT="[Texto]" custT="1"/>
      <dgm:spPr/>
      <dgm:t>
        <a:bodyPr/>
        <a:lstStyle/>
        <a:p>
          <a:r>
            <a:rPr lang="es-ES" sz="1600" dirty="0"/>
            <a:t>Son aquellos que van en paralelo con el volumen de la actividad, cuanto más se fabrica o se vende más costes variables existen  (compra de materias primas para fabricar productos)</a:t>
          </a:r>
        </a:p>
      </dgm:t>
    </dgm:pt>
    <dgm:pt modelId="{A39FA3AF-75DD-4CA8-841B-466B9197F288}" type="parTrans" cxnId="{6484A5B8-722A-4BEB-A46E-DBA625CF34B8}">
      <dgm:prSet/>
      <dgm:spPr/>
      <dgm:t>
        <a:bodyPr/>
        <a:lstStyle/>
        <a:p>
          <a:endParaRPr lang="es-ES" sz="1600"/>
        </a:p>
      </dgm:t>
    </dgm:pt>
    <dgm:pt modelId="{7CD0B74A-D2C0-4CE7-A9BE-C31E4BC9D84B}" type="sibTrans" cxnId="{6484A5B8-722A-4BEB-A46E-DBA625CF34B8}">
      <dgm:prSet/>
      <dgm:spPr/>
      <dgm:t>
        <a:bodyPr/>
        <a:lstStyle/>
        <a:p>
          <a:endParaRPr lang="es-ES" sz="1600"/>
        </a:p>
      </dgm:t>
    </dgm:pt>
    <dgm:pt modelId="{40BAE3A7-889F-4F9B-AC68-9C14AF4F406C}">
      <dgm:prSet phldrT="[Texto]" custT="1"/>
      <dgm:spPr/>
      <dgm:t>
        <a:bodyPr/>
        <a:lstStyle/>
        <a:p>
          <a:r>
            <a:rPr lang="es-ES" sz="1600" dirty="0"/>
            <a:t>No son permanentemente fijos si aumenta mucho la producción</a:t>
          </a:r>
        </a:p>
      </dgm:t>
    </dgm:pt>
    <dgm:pt modelId="{12341182-1032-4F25-8D2E-90469BE9F338}" type="parTrans" cxnId="{D2F027E6-212B-4D3B-8823-584B8259AB74}">
      <dgm:prSet/>
      <dgm:spPr/>
      <dgm:t>
        <a:bodyPr/>
        <a:lstStyle/>
        <a:p>
          <a:endParaRPr lang="es-ES"/>
        </a:p>
      </dgm:t>
    </dgm:pt>
    <dgm:pt modelId="{3EECE945-900A-42F5-8BD9-1B7E9CEC9BB6}" type="sibTrans" cxnId="{D2F027E6-212B-4D3B-8823-584B8259AB74}">
      <dgm:prSet/>
      <dgm:spPr/>
      <dgm:t>
        <a:bodyPr/>
        <a:lstStyle/>
        <a:p>
          <a:endParaRPr lang="es-ES"/>
        </a:p>
      </dgm:t>
    </dgm:pt>
    <dgm:pt modelId="{8407F9FF-DB93-4A58-93E0-D3B5CC82FA9E}">
      <dgm:prSet phldrT="[Texto]" custT="1"/>
      <dgm:spPr/>
      <dgm:t>
        <a:bodyPr/>
        <a:lstStyle/>
        <a:p>
          <a:r>
            <a:rPr lang="es-ES" sz="1600" dirty="0"/>
            <a:t>Por eso existen los llamados semifijos</a:t>
          </a:r>
        </a:p>
      </dgm:t>
    </dgm:pt>
    <dgm:pt modelId="{DF37952F-9E11-438E-9438-1BED41DD0ED1}" type="parTrans" cxnId="{47853A7C-BE45-4833-A92C-E0A52347A865}">
      <dgm:prSet/>
      <dgm:spPr/>
      <dgm:t>
        <a:bodyPr/>
        <a:lstStyle/>
        <a:p>
          <a:endParaRPr lang="es-ES"/>
        </a:p>
      </dgm:t>
    </dgm:pt>
    <dgm:pt modelId="{110C934A-3107-49AD-9494-A8C2C5D0AB75}" type="sibTrans" cxnId="{47853A7C-BE45-4833-A92C-E0A52347A865}">
      <dgm:prSet/>
      <dgm:spPr/>
      <dgm:t>
        <a:bodyPr/>
        <a:lstStyle/>
        <a:p>
          <a:endParaRPr lang="es-ES"/>
        </a:p>
      </dgm:t>
    </dgm:pt>
    <dgm:pt modelId="{03A58291-C501-498B-8C59-092EEE4D8A68}">
      <dgm:prSet phldrT="[Texto]" custT="1"/>
      <dgm:spPr/>
      <dgm:t>
        <a:bodyPr/>
        <a:lstStyle/>
        <a:p>
          <a:r>
            <a:rPr lang="es-ES" sz="1600" dirty="0"/>
            <a:t>Fijos para una empresa pueden ser variables para otra</a:t>
          </a:r>
        </a:p>
      </dgm:t>
    </dgm:pt>
    <dgm:pt modelId="{08BCC44D-94F8-4716-8B4F-BBD1D85ED61F}" type="parTrans" cxnId="{BB4F9C20-2C53-4F33-A42E-26AD166EFA41}">
      <dgm:prSet/>
      <dgm:spPr/>
      <dgm:t>
        <a:bodyPr/>
        <a:lstStyle/>
        <a:p>
          <a:endParaRPr lang="es-ES"/>
        </a:p>
      </dgm:t>
    </dgm:pt>
    <dgm:pt modelId="{DB1203C0-CFBD-4351-84B3-9D626326E66F}" type="sibTrans" cxnId="{BB4F9C20-2C53-4F33-A42E-26AD166EFA41}">
      <dgm:prSet/>
      <dgm:spPr/>
      <dgm:t>
        <a:bodyPr/>
        <a:lstStyle/>
        <a:p>
          <a:endParaRPr lang="es-ES"/>
        </a:p>
      </dgm:t>
    </dgm:pt>
    <dgm:pt modelId="{79EF150E-9174-4681-8520-D0D04EE46DC7}" type="pres">
      <dgm:prSet presAssocID="{4567D0FE-D283-4352-8AEC-5F0F55B95E3D}" presName="Name0" presStyleCnt="0">
        <dgm:presLayoutVars>
          <dgm:dir/>
          <dgm:animLvl val="lvl"/>
          <dgm:resizeHandles val="exact"/>
        </dgm:presLayoutVars>
      </dgm:prSet>
      <dgm:spPr/>
    </dgm:pt>
    <dgm:pt modelId="{25476740-DCDC-4F72-9FDE-9C94AB8E3E4A}" type="pres">
      <dgm:prSet presAssocID="{00C83513-63FF-46AA-9803-92F85D1A3C94}" presName="linNode" presStyleCnt="0"/>
      <dgm:spPr/>
    </dgm:pt>
    <dgm:pt modelId="{E707CA97-37B0-49AE-A519-32FDD41094AA}" type="pres">
      <dgm:prSet presAssocID="{00C83513-63FF-46AA-9803-92F85D1A3C94}" presName="parTx" presStyleLbl="revTx" presStyleIdx="0" presStyleCnt="2">
        <dgm:presLayoutVars>
          <dgm:chMax val="1"/>
          <dgm:bulletEnabled val="1"/>
        </dgm:presLayoutVars>
      </dgm:prSet>
      <dgm:spPr/>
    </dgm:pt>
    <dgm:pt modelId="{FCFC1953-F44B-4850-A53D-6378F0BBC1FB}" type="pres">
      <dgm:prSet presAssocID="{00C83513-63FF-46AA-9803-92F85D1A3C94}" presName="bracket" presStyleLbl="parChTrans1D1" presStyleIdx="0" presStyleCnt="2"/>
      <dgm:spPr/>
    </dgm:pt>
    <dgm:pt modelId="{F99DE029-8DAF-4CD1-ADEB-84D4F875ADE0}" type="pres">
      <dgm:prSet presAssocID="{00C83513-63FF-46AA-9803-92F85D1A3C94}" presName="spH" presStyleCnt="0"/>
      <dgm:spPr/>
    </dgm:pt>
    <dgm:pt modelId="{CBF1C9EF-2617-4D6F-9620-F458CF77610E}" type="pres">
      <dgm:prSet presAssocID="{00C83513-63FF-46AA-9803-92F85D1A3C94}" presName="desTx" presStyleLbl="node1" presStyleIdx="0" presStyleCnt="2" custScaleY="110377">
        <dgm:presLayoutVars>
          <dgm:bulletEnabled val="1"/>
        </dgm:presLayoutVars>
      </dgm:prSet>
      <dgm:spPr/>
    </dgm:pt>
    <dgm:pt modelId="{03B19531-75F8-41D3-A4FD-629D71432E1E}" type="pres">
      <dgm:prSet presAssocID="{D2F604FC-9014-48A9-A77E-B0B70D08B4DE}" presName="spV" presStyleCnt="0"/>
      <dgm:spPr/>
    </dgm:pt>
    <dgm:pt modelId="{C81CBC54-B8B6-4FC0-B46E-21C5F813E0A1}" type="pres">
      <dgm:prSet presAssocID="{A8C67D38-FAE5-4215-89FA-1BE70D4F6B3A}" presName="linNode" presStyleCnt="0"/>
      <dgm:spPr/>
    </dgm:pt>
    <dgm:pt modelId="{0FB103CD-A801-4940-BFC4-5512A1B554D2}" type="pres">
      <dgm:prSet presAssocID="{A8C67D38-FAE5-4215-89FA-1BE70D4F6B3A}" presName="parTx" presStyleLbl="revTx" presStyleIdx="1" presStyleCnt="2">
        <dgm:presLayoutVars>
          <dgm:chMax val="1"/>
          <dgm:bulletEnabled val="1"/>
        </dgm:presLayoutVars>
      </dgm:prSet>
      <dgm:spPr/>
    </dgm:pt>
    <dgm:pt modelId="{0A64C100-8A94-4F44-869B-D94E9226285C}" type="pres">
      <dgm:prSet presAssocID="{A8C67D38-FAE5-4215-89FA-1BE70D4F6B3A}" presName="bracket" presStyleLbl="parChTrans1D1" presStyleIdx="1" presStyleCnt="2"/>
      <dgm:spPr/>
    </dgm:pt>
    <dgm:pt modelId="{73F42C2D-7EF4-48C4-9A18-477ED019780B}" type="pres">
      <dgm:prSet presAssocID="{A8C67D38-FAE5-4215-89FA-1BE70D4F6B3A}" presName="spH" presStyleCnt="0"/>
      <dgm:spPr/>
    </dgm:pt>
    <dgm:pt modelId="{96F69679-F63F-4989-8C9F-C0AC378B329B}" type="pres">
      <dgm:prSet presAssocID="{A8C67D38-FAE5-4215-89FA-1BE70D4F6B3A}" presName="desTx" presStyleLbl="node1" presStyleIdx="1" presStyleCnt="2" custScaleY="122847">
        <dgm:presLayoutVars>
          <dgm:bulletEnabled val="1"/>
        </dgm:presLayoutVars>
      </dgm:prSet>
      <dgm:spPr/>
    </dgm:pt>
  </dgm:ptLst>
  <dgm:cxnLst>
    <dgm:cxn modelId="{6550BA0A-D8A5-430C-9956-0C1165FE44F0}" type="presOf" srcId="{8407F9FF-DB93-4A58-93E0-D3B5CC82FA9E}" destId="{CBF1C9EF-2617-4D6F-9620-F458CF77610E}" srcOrd="0" destOrd="2" presId="urn:diagrams.loki3.com/BracketList+Icon"/>
    <dgm:cxn modelId="{BB4F9C20-2C53-4F33-A42E-26AD166EFA41}" srcId="{A8C67D38-FAE5-4215-89FA-1BE70D4F6B3A}" destId="{03A58291-C501-498B-8C59-092EEE4D8A68}" srcOrd="1" destOrd="0" parTransId="{08BCC44D-94F8-4716-8B4F-BBD1D85ED61F}" sibTransId="{DB1203C0-CFBD-4351-84B3-9D626326E66F}"/>
    <dgm:cxn modelId="{31686165-99D3-485F-8235-8365A0B5AB9B}" type="presOf" srcId="{E770FB4B-0900-45BB-B3E4-65B8E1F7A5E8}" destId="{CBF1C9EF-2617-4D6F-9620-F458CF77610E}" srcOrd="0" destOrd="0" presId="urn:diagrams.loki3.com/BracketList+Icon"/>
    <dgm:cxn modelId="{4334DF6C-E71F-4DD5-8BB3-F9D96EC63E3D}" type="presOf" srcId="{A8C67D38-FAE5-4215-89FA-1BE70D4F6B3A}" destId="{0FB103CD-A801-4940-BFC4-5512A1B554D2}" srcOrd="0" destOrd="0" presId="urn:diagrams.loki3.com/BracketList+Icon"/>
    <dgm:cxn modelId="{389B4E50-5534-4121-843A-4D4DB46805EE}" type="presOf" srcId="{4567D0FE-D283-4352-8AEC-5F0F55B95E3D}" destId="{79EF150E-9174-4681-8520-D0D04EE46DC7}" srcOrd="0" destOrd="0" presId="urn:diagrams.loki3.com/BracketList+Icon"/>
    <dgm:cxn modelId="{47853A7C-BE45-4833-A92C-E0A52347A865}" srcId="{00C83513-63FF-46AA-9803-92F85D1A3C94}" destId="{8407F9FF-DB93-4A58-93E0-D3B5CC82FA9E}" srcOrd="2" destOrd="0" parTransId="{DF37952F-9E11-438E-9438-1BED41DD0ED1}" sibTransId="{110C934A-3107-49AD-9494-A8C2C5D0AB75}"/>
    <dgm:cxn modelId="{3A94CC96-DFA1-4B85-9265-D742CE423154}" type="presOf" srcId="{03A58291-C501-498B-8C59-092EEE4D8A68}" destId="{96F69679-F63F-4989-8C9F-C0AC378B329B}" srcOrd="0" destOrd="1" presId="urn:diagrams.loki3.com/BracketList+Icon"/>
    <dgm:cxn modelId="{1D04C5A8-443B-4AB0-A444-5539B375FE79}" srcId="{00C83513-63FF-46AA-9803-92F85D1A3C94}" destId="{E770FB4B-0900-45BB-B3E4-65B8E1F7A5E8}" srcOrd="0" destOrd="0" parTransId="{EF4C91E8-2057-4C8F-95CB-670809EA2889}" sibTransId="{2842EB3D-D3E6-42D2-95D8-B0672396306F}"/>
    <dgm:cxn modelId="{B3EBB2AE-92A3-41B5-8AF6-21DB1597CCBC}" type="presOf" srcId="{00C83513-63FF-46AA-9803-92F85D1A3C94}" destId="{E707CA97-37B0-49AE-A519-32FDD41094AA}" srcOrd="0" destOrd="0" presId="urn:diagrams.loki3.com/BracketList+Icon"/>
    <dgm:cxn modelId="{6484A5B8-722A-4BEB-A46E-DBA625CF34B8}" srcId="{A8C67D38-FAE5-4215-89FA-1BE70D4F6B3A}" destId="{A35E9871-3552-4D7A-9AB9-FF9F01283717}" srcOrd="0" destOrd="0" parTransId="{A39FA3AF-75DD-4CA8-841B-466B9197F288}" sibTransId="{7CD0B74A-D2C0-4CE7-A9BE-C31E4BC9D84B}"/>
    <dgm:cxn modelId="{A9A991B9-204E-496D-B120-B6369030BA07}" srcId="{4567D0FE-D283-4352-8AEC-5F0F55B95E3D}" destId="{A8C67D38-FAE5-4215-89FA-1BE70D4F6B3A}" srcOrd="1" destOrd="0" parTransId="{1BDF88B7-77E2-4F42-B845-3830A3277F5C}" sibTransId="{480F7218-32C7-47E9-93FD-E0F4A2F6E41E}"/>
    <dgm:cxn modelId="{7AB142C0-C815-490B-B0B7-0F4172804EC3}" type="presOf" srcId="{A35E9871-3552-4D7A-9AB9-FF9F01283717}" destId="{96F69679-F63F-4989-8C9F-C0AC378B329B}" srcOrd="0" destOrd="0" presId="urn:diagrams.loki3.com/BracketList+Icon"/>
    <dgm:cxn modelId="{D2F027E6-212B-4D3B-8823-584B8259AB74}" srcId="{00C83513-63FF-46AA-9803-92F85D1A3C94}" destId="{40BAE3A7-889F-4F9B-AC68-9C14AF4F406C}" srcOrd="1" destOrd="0" parTransId="{12341182-1032-4F25-8D2E-90469BE9F338}" sibTransId="{3EECE945-900A-42F5-8BD9-1B7E9CEC9BB6}"/>
    <dgm:cxn modelId="{85D05FF4-6EBF-4E65-B358-A5F14E7CA2C2}" type="presOf" srcId="{40BAE3A7-889F-4F9B-AC68-9C14AF4F406C}" destId="{CBF1C9EF-2617-4D6F-9620-F458CF77610E}" srcOrd="0" destOrd="1" presId="urn:diagrams.loki3.com/BracketList+Icon"/>
    <dgm:cxn modelId="{A7D004FC-5059-43DD-BF74-4F862AE78C27}" srcId="{4567D0FE-D283-4352-8AEC-5F0F55B95E3D}" destId="{00C83513-63FF-46AA-9803-92F85D1A3C94}" srcOrd="0" destOrd="0" parTransId="{1DAF447C-822F-4253-A563-048A10AED8DD}" sibTransId="{D2F604FC-9014-48A9-A77E-B0B70D08B4DE}"/>
    <dgm:cxn modelId="{823AFFCA-0891-4A0C-885F-DFF5513DF5D2}" type="presParOf" srcId="{79EF150E-9174-4681-8520-D0D04EE46DC7}" destId="{25476740-DCDC-4F72-9FDE-9C94AB8E3E4A}" srcOrd="0" destOrd="0" presId="urn:diagrams.loki3.com/BracketList+Icon"/>
    <dgm:cxn modelId="{8479C851-0715-4813-B441-F9CACFED5A5E}" type="presParOf" srcId="{25476740-DCDC-4F72-9FDE-9C94AB8E3E4A}" destId="{E707CA97-37B0-49AE-A519-32FDD41094AA}" srcOrd="0" destOrd="0" presId="urn:diagrams.loki3.com/BracketList+Icon"/>
    <dgm:cxn modelId="{B2E813FE-726B-4B79-A070-84E2F0D80928}" type="presParOf" srcId="{25476740-DCDC-4F72-9FDE-9C94AB8E3E4A}" destId="{FCFC1953-F44B-4850-A53D-6378F0BBC1FB}" srcOrd="1" destOrd="0" presId="urn:diagrams.loki3.com/BracketList+Icon"/>
    <dgm:cxn modelId="{F380F1EB-8B44-45C2-AF73-3D88C1EF5962}" type="presParOf" srcId="{25476740-DCDC-4F72-9FDE-9C94AB8E3E4A}" destId="{F99DE029-8DAF-4CD1-ADEB-84D4F875ADE0}" srcOrd="2" destOrd="0" presId="urn:diagrams.loki3.com/BracketList+Icon"/>
    <dgm:cxn modelId="{0A7CA44A-A1A6-4112-AFA5-A179B2907B35}" type="presParOf" srcId="{25476740-DCDC-4F72-9FDE-9C94AB8E3E4A}" destId="{CBF1C9EF-2617-4D6F-9620-F458CF77610E}" srcOrd="3" destOrd="0" presId="urn:diagrams.loki3.com/BracketList+Icon"/>
    <dgm:cxn modelId="{F38B4341-D6AF-427D-8DDA-9573852D88E1}" type="presParOf" srcId="{79EF150E-9174-4681-8520-D0D04EE46DC7}" destId="{03B19531-75F8-41D3-A4FD-629D71432E1E}" srcOrd="1" destOrd="0" presId="urn:diagrams.loki3.com/BracketList+Icon"/>
    <dgm:cxn modelId="{C638BFAB-BA04-4D66-8A28-98DB8FD869E8}" type="presParOf" srcId="{79EF150E-9174-4681-8520-D0D04EE46DC7}" destId="{C81CBC54-B8B6-4FC0-B46E-21C5F813E0A1}" srcOrd="2" destOrd="0" presId="urn:diagrams.loki3.com/BracketList+Icon"/>
    <dgm:cxn modelId="{F9631C55-31D4-4A84-B1F9-FA39E5F69BC1}" type="presParOf" srcId="{C81CBC54-B8B6-4FC0-B46E-21C5F813E0A1}" destId="{0FB103CD-A801-4940-BFC4-5512A1B554D2}" srcOrd="0" destOrd="0" presId="urn:diagrams.loki3.com/BracketList+Icon"/>
    <dgm:cxn modelId="{D8B0E035-9966-4CF1-B05A-80DBA13BE39D}" type="presParOf" srcId="{C81CBC54-B8B6-4FC0-B46E-21C5F813E0A1}" destId="{0A64C100-8A94-4F44-869B-D94E9226285C}" srcOrd="1" destOrd="0" presId="urn:diagrams.loki3.com/BracketList+Icon"/>
    <dgm:cxn modelId="{81305A99-607C-4BFA-A47E-C558B9EBA347}" type="presParOf" srcId="{C81CBC54-B8B6-4FC0-B46E-21C5F813E0A1}" destId="{73F42C2D-7EF4-48C4-9A18-477ED019780B}" srcOrd="2" destOrd="0" presId="urn:diagrams.loki3.com/BracketList+Icon"/>
    <dgm:cxn modelId="{98D79401-51BB-4893-BC59-026A705008C4}" type="presParOf" srcId="{C81CBC54-B8B6-4FC0-B46E-21C5F813E0A1}" destId="{96F69679-F63F-4989-8C9F-C0AC378B329B}" srcOrd="3" destOrd="0" presId="urn:diagrams.loki3.com/BracketLis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A3FC47-5B30-4743-8AC9-13E55FFA1D14}" type="doc">
      <dgm:prSet loTypeId="urn:microsoft.com/office/officeart/2005/8/layout/process1" loCatId="process" qsTypeId="urn:microsoft.com/office/officeart/2005/8/quickstyle/simple1" qsCatId="simple" csTypeId="urn:microsoft.com/office/officeart/2005/8/colors/accent1_2" csCatId="accent1" phldr="1"/>
      <dgm:spPr/>
    </dgm:pt>
    <dgm:pt modelId="{50FD8F13-33AF-4862-B8EC-D144C10E6A3D}">
      <dgm:prSet phldrT="[Texto]" custT="1"/>
      <dgm:spPr/>
      <dgm:t>
        <a:bodyPr/>
        <a:lstStyle/>
        <a:p>
          <a:r>
            <a:rPr lang="es-ES" sz="1600" b="1" dirty="0"/>
            <a:t>Costes fijos</a:t>
          </a:r>
        </a:p>
      </dgm:t>
    </dgm:pt>
    <dgm:pt modelId="{BDF96E5E-0D5B-4D85-BD60-9940AE85006D}" type="parTrans" cxnId="{7C440FB0-888A-486B-AB02-24EDF8BC5DAF}">
      <dgm:prSet/>
      <dgm:spPr/>
      <dgm:t>
        <a:bodyPr/>
        <a:lstStyle/>
        <a:p>
          <a:endParaRPr lang="es-ES" sz="1600"/>
        </a:p>
      </dgm:t>
    </dgm:pt>
    <dgm:pt modelId="{1182F581-F00C-420C-A2C3-4361ED872E43}" type="sibTrans" cxnId="{7C440FB0-888A-486B-AB02-24EDF8BC5DAF}">
      <dgm:prSet custT="1"/>
      <dgm:spPr/>
      <dgm:t>
        <a:bodyPr/>
        <a:lstStyle/>
        <a:p>
          <a:endParaRPr lang="es-ES" sz="1600"/>
        </a:p>
      </dgm:t>
    </dgm:pt>
    <dgm:pt modelId="{F4722CB2-9400-4EF9-8762-E52EBC71F0E1}">
      <dgm:prSet phldrT="[Texto]" custT="1"/>
      <dgm:spPr/>
      <dgm:t>
        <a:bodyPr/>
        <a:lstStyle/>
        <a:p>
          <a:pPr algn="l"/>
          <a:r>
            <a:rPr lang="es-ES" sz="1600" b="1" dirty="0"/>
            <a:t>- Alquiler, seguros, y gastos de limpieza del local</a:t>
          </a:r>
        </a:p>
        <a:p>
          <a:pPr algn="l"/>
          <a:r>
            <a:rPr lang="es-ES" sz="1600" b="1" dirty="0"/>
            <a:t>- Gastos de suministros</a:t>
          </a:r>
        </a:p>
        <a:p>
          <a:pPr algn="l"/>
          <a:r>
            <a:rPr lang="es-ES" sz="1600" b="1" dirty="0"/>
            <a:t>- Nóminas de carácter fijo e independientes del nivel de producción</a:t>
          </a:r>
        </a:p>
        <a:p>
          <a:pPr algn="l"/>
          <a:r>
            <a:rPr lang="es-ES" sz="1600" b="1" dirty="0"/>
            <a:t>- Cuota de autónomos</a:t>
          </a:r>
        </a:p>
        <a:p>
          <a:pPr algn="l"/>
          <a:r>
            <a:rPr lang="es-ES" sz="1600" b="1" dirty="0"/>
            <a:t>- Gastos financieros</a:t>
          </a:r>
        </a:p>
        <a:p>
          <a:pPr algn="l"/>
          <a:r>
            <a:rPr lang="es-ES" sz="1600" b="1" dirty="0"/>
            <a:t>- Gastos de contratación de gestoría</a:t>
          </a:r>
        </a:p>
        <a:p>
          <a:pPr algn="l"/>
          <a:r>
            <a:rPr lang="es-ES" sz="1600" b="1" dirty="0"/>
            <a:t>- Servicios de profesionales independientes</a:t>
          </a:r>
        </a:p>
        <a:p>
          <a:pPr algn="l"/>
          <a:r>
            <a:rPr lang="es-ES" sz="1600" b="1" dirty="0"/>
            <a:t>- Material de oficina y gastos en comunicaciones</a:t>
          </a:r>
        </a:p>
        <a:p>
          <a:pPr algn="l"/>
          <a:r>
            <a:rPr lang="es-ES" sz="1600" b="1" dirty="0"/>
            <a:t>- Gasto en publicidad y promoción del producto</a:t>
          </a:r>
        </a:p>
      </dgm:t>
    </dgm:pt>
    <dgm:pt modelId="{3498A9AB-6B7E-4F38-8382-F3AD9C444B70}" type="parTrans" cxnId="{A73B53E6-F5BA-410A-AEAF-9A9E295DAE12}">
      <dgm:prSet/>
      <dgm:spPr/>
      <dgm:t>
        <a:bodyPr/>
        <a:lstStyle/>
        <a:p>
          <a:endParaRPr lang="es-ES" sz="1600"/>
        </a:p>
      </dgm:t>
    </dgm:pt>
    <dgm:pt modelId="{42C5CCD1-37D7-40EE-A450-D8B67C5C046F}" type="sibTrans" cxnId="{A73B53E6-F5BA-410A-AEAF-9A9E295DAE12}">
      <dgm:prSet/>
      <dgm:spPr/>
      <dgm:t>
        <a:bodyPr/>
        <a:lstStyle/>
        <a:p>
          <a:endParaRPr lang="es-ES" sz="1600"/>
        </a:p>
      </dgm:t>
    </dgm:pt>
    <dgm:pt modelId="{1189FCA1-712A-4834-9999-8B51C29E8EAD}" type="pres">
      <dgm:prSet presAssocID="{68A3FC47-5B30-4743-8AC9-13E55FFA1D14}" presName="Name0" presStyleCnt="0">
        <dgm:presLayoutVars>
          <dgm:dir/>
          <dgm:resizeHandles val="exact"/>
        </dgm:presLayoutVars>
      </dgm:prSet>
      <dgm:spPr/>
    </dgm:pt>
    <dgm:pt modelId="{34F3516A-B0CC-4D94-A9B2-1F5230F6839B}" type="pres">
      <dgm:prSet presAssocID="{50FD8F13-33AF-4862-B8EC-D144C10E6A3D}" presName="node" presStyleLbl="node1" presStyleIdx="0" presStyleCnt="2" custScaleY="30830">
        <dgm:presLayoutVars>
          <dgm:bulletEnabled val="1"/>
        </dgm:presLayoutVars>
      </dgm:prSet>
      <dgm:spPr/>
    </dgm:pt>
    <dgm:pt modelId="{EEACC027-EF9A-4D42-B770-8029A94C5B96}" type="pres">
      <dgm:prSet presAssocID="{1182F581-F00C-420C-A2C3-4361ED872E43}" presName="sibTrans" presStyleLbl="sibTrans2D1" presStyleIdx="0" presStyleCnt="1"/>
      <dgm:spPr/>
    </dgm:pt>
    <dgm:pt modelId="{3A87B9B2-EF3D-4DE6-846E-CE3337E03019}" type="pres">
      <dgm:prSet presAssocID="{1182F581-F00C-420C-A2C3-4361ED872E43}" presName="connectorText" presStyleLbl="sibTrans2D1" presStyleIdx="0" presStyleCnt="1"/>
      <dgm:spPr/>
    </dgm:pt>
    <dgm:pt modelId="{585CAE74-54E5-4225-A0DD-55D095F80492}" type="pres">
      <dgm:prSet presAssocID="{F4722CB2-9400-4EF9-8762-E52EBC71F0E1}" presName="node" presStyleLbl="node1" presStyleIdx="1" presStyleCnt="2" custScaleX="200722" custScaleY="101160">
        <dgm:presLayoutVars>
          <dgm:bulletEnabled val="1"/>
        </dgm:presLayoutVars>
      </dgm:prSet>
      <dgm:spPr/>
    </dgm:pt>
  </dgm:ptLst>
  <dgm:cxnLst>
    <dgm:cxn modelId="{D2C8D318-1F79-4E7B-A6C5-FEFD83695FBA}" type="presOf" srcId="{F4722CB2-9400-4EF9-8762-E52EBC71F0E1}" destId="{585CAE74-54E5-4225-A0DD-55D095F80492}" srcOrd="0" destOrd="0" presId="urn:microsoft.com/office/officeart/2005/8/layout/process1"/>
    <dgm:cxn modelId="{C9B1BC2B-AFB1-44FC-BEC6-377B2B393621}" type="presOf" srcId="{68A3FC47-5B30-4743-8AC9-13E55FFA1D14}" destId="{1189FCA1-712A-4834-9999-8B51C29E8EAD}" srcOrd="0" destOrd="0" presId="urn:microsoft.com/office/officeart/2005/8/layout/process1"/>
    <dgm:cxn modelId="{71A11131-4575-455F-8BCA-4B4B4A0B64F6}" type="presOf" srcId="{1182F581-F00C-420C-A2C3-4361ED872E43}" destId="{EEACC027-EF9A-4D42-B770-8029A94C5B96}" srcOrd="0" destOrd="0" presId="urn:microsoft.com/office/officeart/2005/8/layout/process1"/>
    <dgm:cxn modelId="{7C440FB0-888A-486B-AB02-24EDF8BC5DAF}" srcId="{68A3FC47-5B30-4743-8AC9-13E55FFA1D14}" destId="{50FD8F13-33AF-4862-B8EC-D144C10E6A3D}" srcOrd="0" destOrd="0" parTransId="{BDF96E5E-0D5B-4D85-BD60-9940AE85006D}" sibTransId="{1182F581-F00C-420C-A2C3-4361ED872E43}"/>
    <dgm:cxn modelId="{961F3ABB-A028-45AC-9407-F67653063C67}" type="presOf" srcId="{1182F581-F00C-420C-A2C3-4361ED872E43}" destId="{3A87B9B2-EF3D-4DE6-846E-CE3337E03019}" srcOrd="1" destOrd="0" presId="urn:microsoft.com/office/officeart/2005/8/layout/process1"/>
    <dgm:cxn modelId="{A73B53E6-F5BA-410A-AEAF-9A9E295DAE12}" srcId="{68A3FC47-5B30-4743-8AC9-13E55FFA1D14}" destId="{F4722CB2-9400-4EF9-8762-E52EBC71F0E1}" srcOrd="1" destOrd="0" parTransId="{3498A9AB-6B7E-4F38-8382-F3AD9C444B70}" sibTransId="{42C5CCD1-37D7-40EE-A450-D8B67C5C046F}"/>
    <dgm:cxn modelId="{480CAEEE-030B-46E7-9A47-D9C5FAC47F14}" type="presOf" srcId="{50FD8F13-33AF-4862-B8EC-D144C10E6A3D}" destId="{34F3516A-B0CC-4D94-A9B2-1F5230F6839B}" srcOrd="0" destOrd="0" presId="urn:microsoft.com/office/officeart/2005/8/layout/process1"/>
    <dgm:cxn modelId="{F27824B0-7E74-4F10-9BDA-7888474C4E1A}" type="presParOf" srcId="{1189FCA1-712A-4834-9999-8B51C29E8EAD}" destId="{34F3516A-B0CC-4D94-A9B2-1F5230F6839B}" srcOrd="0" destOrd="0" presId="urn:microsoft.com/office/officeart/2005/8/layout/process1"/>
    <dgm:cxn modelId="{500D3820-69C9-402D-87B5-8FC024A45C31}" type="presParOf" srcId="{1189FCA1-712A-4834-9999-8B51C29E8EAD}" destId="{EEACC027-EF9A-4D42-B770-8029A94C5B96}" srcOrd="1" destOrd="0" presId="urn:microsoft.com/office/officeart/2005/8/layout/process1"/>
    <dgm:cxn modelId="{9EA89377-16E2-4F68-ABEE-E94582DEC97A}" type="presParOf" srcId="{EEACC027-EF9A-4D42-B770-8029A94C5B96}" destId="{3A87B9B2-EF3D-4DE6-846E-CE3337E03019}" srcOrd="0" destOrd="0" presId="urn:microsoft.com/office/officeart/2005/8/layout/process1"/>
    <dgm:cxn modelId="{2DBC1EC2-CEEC-4D50-820E-0352B5412134}" type="presParOf" srcId="{1189FCA1-712A-4834-9999-8B51C29E8EAD}" destId="{585CAE74-54E5-4225-A0DD-55D095F80492}"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8A3FC47-5B30-4743-8AC9-13E55FFA1D14}" type="doc">
      <dgm:prSet loTypeId="urn:microsoft.com/office/officeart/2005/8/layout/process1" loCatId="process" qsTypeId="urn:microsoft.com/office/officeart/2005/8/quickstyle/simple1" qsCatId="simple" csTypeId="urn:microsoft.com/office/officeart/2005/8/colors/accent1_2" csCatId="accent1" phldr="1"/>
      <dgm:spPr/>
    </dgm:pt>
    <dgm:pt modelId="{50FD8F13-33AF-4862-B8EC-D144C10E6A3D}">
      <dgm:prSet phldrT="[Texto]" custT="1"/>
      <dgm:spPr/>
      <dgm:t>
        <a:bodyPr/>
        <a:lstStyle/>
        <a:p>
          <a:r>
            <a:rPr lang="es-ES" sz="1600" b="1" dirty="0"/>
            <a:t>Costes variables</a:t>
          </a:r>
        </a:p>
      </dgm:t>
    </dgm:pt>
    <dgm:pt modelId="{BDF96E5E-0D5B-4D85-BD60-9940AE85006D}" type="parTrans" cxnId="{7C440FB0-888A-486B-AB02-24EDF8BC5DAF}">
      <dgm:prSet/>
      <dgm:spPr/>
      <dgm:t>
        <a:bodyPr/>
        <a:lstStyle/>
        <a:p>
          <a:endParaRPr lang="es-ES" sz="1600"/>
        </a:p>
      </dgm:t>
    </dgm:pt>
    <dgm:pt modelId="{1182F581-F00C-420C-A2C3-4361ED872E43}" type="sibTrans" cxnId="{7C440FB0-888A-486B-AB02-24EDF8BC5DAF}">
      <dgm:prSet custT="1"/>
      <dgm:spPr/>
      <dgm:t>
        <a:bodyPr/>
        <a:lstStyle/>
        <a:p>
          <a:endParaRPr lang="es-ES" sz="1600"/>
        </a:p>
      </dgm:t>
    </dgm:pt>
    <dgm:pt modelId="{F4722CB2-9400-4EF9-8762-E52EBC71F0E1}">
      <dgm:prSet phldrT="[Texto]" custT="1"/>
      <dgm:spPr/>
      <dgm:t>
        <a:bodyPr/>
        <a:lstStyle/>
        <a:p>
          <a:pPr algn="l"/>
          <a:r>
            <a:rPr lang="es-ES" sz="1600" b="1" dirty="0"/>
            <a:t>- Compra de mercaderías o materias primas</a:t>
          </a:r>
        </a:p>
        <a:p>
          <a:pPr algn="l"/>
          <a:r>
            <a:rPr lang="es-ES" sz="1600" b="1" dirty="0"/>
            <a:t>- Gasto de herramientas y utensilios necesarios para la producción</a:t>
          </a:r>
        </a:p>
        <a:p>
          <a:pPr algn="l"/>
          <a:r>
            <a:rPr lang="es-ES" sz="1600" b="1" dirty="0"/>
            <a:t>- Gastos en reparaciones de maquinaria, instalaciones, herramientas…</a:t>
          </a:r>
        </a:p>
        <a:p>
          <a:pPr algn="l"/>
          <a:r>
            <a:rPr lang="es-ES" sz="1600" b="1" dirty="0"/>
            <a:t>- Transporte de productos hasta punto de venta</a:t>
          </a:r>
        </a:p>
        <a:p>
          <a:pPr algn="l"/>
          <a:r>
            <a:rPr lang="es-ES" sz="1600" b="1" dirty="0"/>
            <a:t>- Comisiones bancarias cobro TPV</a:t>
          </a:r>
        </a:p>
        <a:p>
          <a:pPr algn="l"/>
          <a:r>
            <a:rPr lang="es-ES" sz="1600" b="1" dirty="0"/>
            <a:t>- En general, gastos necesarios para elaborar el producto o prestar servicio</a:t>
          </a:r>
        </a:p>
      </dgm:t>
    </dgm:pt>
    <dgm:pt modelId="{3498A9AB-6B7E-4F38-8382-F3AD9C444B70}" type="parTrans" cxnId="{A73B53E6-F5BA-410A-AEAF-9A9E295DAE12}">
      <dgm:prSet/>
      <dgm:spPr/>
      <dgm:t>
        <a:bodyPr/>
        <a:lstStyle/>
        <a:p>
          <a:endParaRPr lang="es-ES" sz="1600"/>
        </a:p>
      </dgm:t>
    </dgm:pt>
    <dgm:pt modelId="{42C5CCD1-37D7-40EE-A450-D8B67C5C046F}" type="sibTrans" cxnId="{A73B53E6-F5BA-410A-AEAF-9A9E295DAE12}">
      <dgm:prSet/>
      <dgm:spPr/>
      <dgm:t>
        <a:bodyPr/>
        <a:lstStyle/>
        <a:p>
          <a:endParaRPr lang="es-ES" sz="1600"/>
        </a:p>
      </dgm:t>
    </dgm:pt>
    <dgm:pt modelId="{1189FCA1-712A-4834-9999-8B51C29E8EAD}" type="pres">
      <dgm:prSet presAssocID="{68A3FC47-5B30-4743-8AC9-13E55FFA1D14}" presName="Name0" presStyleCnt="0">
        <dgm:presLayoutVars>
          <dgm:dir/>
          <dgm:resizeHandles val="exact"/>
        </dgm:presLayoutVars>
      </dgm:prSet>
      <dgm:spPr/>
    </dgm:pt>
    <dgm:pt modelId="{34F3516A-B0CC-4D94-A9B2-1F5230F6839B}" type="pres">
      <dgm:prSet presAssocID="{50FD8F13-33AF-4862-B8EC-D144C10E6A3D}" presName="node" presStyleLbl="node1" presStyleIdx="0" presStyleCnt="2" custScaleY="30830">
        <dgm:presLayoutVars>
          <dgm:bulletEnabled val="1"/>
        </dgm:presLayoutVars>
      </dgm:prSet>
      <dgm:spPr/>
    </dgm:pt>
    <dgm:pt modelId="{EEACC027-EF9A-4D42-B770-8029A94C5B96}" type="pres">
      <dgm:prSet presAssocID="{1182F581-F00C-420C-A2C3-4361ED872E43}" presName="sibTrans" presStyleLbl="sibTrans2D1" presStyleIdx="0" presStyleCnt="1"/>
      <dgm:spPr/>
    </dgm:pt>
    <dgm:pt modelId="{3A87B9B2-EF3D-4DE6-846E-CE3337E03019}" type="pres">
      <dgm:prSet presAssocID="{1182F581-F00C-420C-A2C3-4361ED872E43}" presName="connectorText" presStyleLbl="sibTrans2D1" presStyleIdx="0" presStyleCnt="1"/>
      <dgm:spPr/>
    </dgm:pt>
    <dgm:pt modelId="{585CAE74-54E5-4225-A0DD-55D095F80492}" type="pres">
      <dgm:prSet presAssocID="{F4722CB2-9400-4EF9-8762-E52EBC71F0E1}" presName="node" presStyleLbl="node1" presStyleIdx="1" presStyleCnt="2" custScaleX="200722" custScaleY="101160">
        <dgm:presLayoutVars>
          <dgm:bulletEnabled val="1"/>
        </dgm:presLayoutVars>
      </dgm:prSet>
      <dgm:spPr/>
    </dgm:pt>
  </dgm:ptLst>
  <dgm:cxnLst>
    <dgm:cxn modelId="{81430A31-D203-4FDF-8531-2B2EFEB6E692}" type="presOf" srcId="{50FD8F13-33AF-4862-B8EC-D144C10E6A3D}" destId="{34F3516A-B0CC-4D94-A9B2-1F5230F6839B}" srcOrd="0" destOrd="0" presId="urn:microsoft.com/office/officeart/2005/8/layout/process1"/>
    <dgm:cxn modelId="{F911FC66-B315-4020-8437-0F8D46B6C408}" type="presOf" srcId="{68A3FC47-5B30-4743-8AC9-13E55FFA1D14}" destId="{1189FCA1-712A-4834-9999-8B51C29E8EAD}" srcOrd="0" destOrd="0" presId="urn:microsoft.com/office/officeart/2005/8/layout/process1"/>
    <dgm:cxn modelId="{8DF5B090-C180-4E43-9287-7F3420E10E8A}" type="presOf" srcId="{1182F581-F00C-420C-A2C3-4361ED872E43}" destId="{EEACC027-EF9A-4D42-B770-8029A94C5B96}" srcOrd="0" destOrd="0" presId="urn:microsoft.com/office/officeart/2005/8/layout/process1"/>
    <dgm:cxn modelId="{79A78EAB-2E00-4940-9500-58A1FE8D62FB}" type="presOf" srcId="{F4722CB2-9400-4EF9-8762-E52EBC71F0E1}" destId="{585CAE74-54E5-4225-A0DD-55D095F80492}" srcOrd="0" destOrd="0" presId="urn:microsoft.com/office/officeart/2005/8/layout/process1"/>
    <dgm:cxn modelId="{7C440FB0-888A-486B-AB02-24EDF8BC5DAF}" srcId="{68A3FC47-5B30-4743-8AC9-13E55FFA1D14}" destId="{50FD8F13-33AF-4862-B8EC-D144C10E6A3D}" srcOrd="0" destOrd="0" parTransId="{BDF96E5E-0D5B-4D85-BD60-9940AE85006D}" sibTransId="{1182F581-F00C-420C-A2C3-4361ED872E43}"/>
    <dgm:cxn modelId="{09015FE4-2C9A-40AD-B99E-90F7D77C6B8E}" type="presOf" srcId="{1182F581-F00C-420C-A2C3-4361ED872E43}" destId="{3A87B9B2-EF3D-4DE6-846E-CE3337E03019}" srcOrd="1" destOrd="0" presId="urn:microsoft.com/office/officeart/2005/8/layout/process1"/>
    <dgm:cxn modelId="{A73B53E6-F5BA-410A-AEAF-9A9E295DAE12}" srcId="{68A3FC47-5B30-4743-8AC9-13E55FFA1D14}" destId="{F4722CB2-9400-4EF9-8762-E52EBC71F0E1}" srcOrd="1" destOrd="0" parTransId="{3498A9AB-6B7E-4F38-8382-F3AD9C444B70}" sibTransId="{42C5CCD1-37D7-40EE-A450-D8B67C5C046F}"/>
    <dgm:cxn modelId="{D465DBD7-0B65-49B2-BD47-FA640A170462}" type="presParOf" srcId="{1189FCA1-712A-4834-9999-8B51C29E8EAD}" destId="{34F3516A-B0CC-4D94-A9B2-1F5230F6839B}" srcOrd="0" destOrd="0" presId="urn:microsoft.com/office/officeart/2005/8/layout/process1"/>
    <dgm:cxn modelId="{F8E47FD4-D8DD-41AC-B350-E3B77FD43550}" type="presParOf" srcId="{1189FCA1-712A-4834-9999-8B51C29E8EAD}" destId="{EEACC027-EF9A-4D42-B770-8029A94C5B96}" srcOrd="1" destOrd="0" presId="urn:microsoft.com/office/officeart/2005/8/layout/process1"/>
    <dgm:cxn modelId="{740B0431-14C2-4AB0-B656-4F2E10A580A7}" type="presParOf" srcId="{EEACC027-EF9A-4D42-B770-8029A94C5B96}" destId="{3A87B9B2-EF3D-4DE6-846E-CE3337E03019}" srcOrd="0" destOrd="0" presId="urn:microsoft.com/office/officeart/2005/8/layout/process1"/>
    <dgm:cxn modelId="{7F77F3EF-FD41-45D3-9553-A9F32088C267}" type="presParOf" srcId="{1189FCA1-712A-4834-9999-8B51C29E8EAD}" destId="{585CAE74-54E5-4225-A0DD-55D095F80492}"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764606D-EFF1-4F9B-84F3-FEB66F2C04E6}"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s-ES"/>
        </a:p>
      </dgm:t>
    </dgm:pt>
    <dgm:pt modelId="{20DA1774-2F10-431F-B4D1-B14E6B555DEA}">
      <dgm:prSet phldrT="[Texto]" custT="1"/>
      <dgm:spPr/>
      <dgm:t>
        <a:bodyPr/>
        <a:lstStyle/>
        <a:p>
          <a:r>
            <a:rPr lang="es-ES_tradnl" sz="1800" b="1" dirty="0"/>
            <a:t>Financiación</a:t>
          </a:r>
          <a:endParaRPr lang="es-ES" sz="1800" b="1" dirty="0"/>
        </a:p>
      </dgm:t>
    </dgm:pt>
    <dgm:pt modelId="{DE2424A6-93DA-463A-BB34-2DD13E2EDD3A}" type="parTrans" cxnId="{D77A7430-DE24-4390-823C-A2ECAE94B3F6}">
      <dgm:prSet/>
      <dgm:spPr/>
      <dgm:t>
        <a:bodyPr/>
        <a:lstStyle/>
        <a:p>
          <a:endParaRPr lang="es-ES" sz="1800"/>
        </a:p>
      </dgm:t>
    </dgm:pt>
    <dgm:pt modelId="{76449FB5-EE42-442D-ADF0-D728F412228F}" type="sibTrans" cxnId="{D77A7430-DE24-4390-823C-A2ECAE94B3F6}">
      <dgm:prSet/>
      <dgm:spPr/>
      <dgm:t>
        <a:bodyPr/>
        <a:lstStyle/>
        <a:p>
          <a:endParaRPr lang="es-ES" sz="1800"/>
        </a:p>
      </dgm:t>
    </dgm:pt>
    <dgm:pt modelId="{52AB2401-5F6F-42C1-BFCC-54A4DC714AFC}">
      <dgm:prSet phldrT="[Texto]" custT="1"/>
      <dgm:spPr/>
      <dgm:t>
        <a:bodyPr/>
        <a:lstStyle/>
        <a:p>
          <a:r>
            <a:rPr lang="es-ES_tradnl" sz="1800" dirty="0"/>
            <a:t>Obtención de recursos económicos</a:t>
          </a:r>
          <a:endParaRPr lang="es-ES" sz="1800" dirty="0"/>
        </a:p>
      </dgm:t>
    </dgm:pt>
    <dgm:pt modelId="{730EE574-F3C4-4EF5-9EF2-74440E22DCEE}" type="parTrans" cxnId="{CE2E2A1E-853F-42FD-9F8D-44B84295CBAB}">
      <dgm:prSet/>
      <dgm:spPr/>
      <dgm:t>
        <a:bodyPr/>
        <a:lstStyle/>
        <a:p>
          <a:endParaRPr lang="es-ES" sz="1800"/>
        </a:p>
      </dgm:t>
    </dgm:pt>
    <dgm:pt modelId="{2731C732-76C9-45B3-9723-78C19835D549}" type="sibTrans" cxnId="{CE2E2A1E-853F-42FD-9F8D-44B84295CBAB}">
      <dgm:prSet/>
      <dgm:spPr/>
      <dgm:t>
        <a:bodyPr/>
        <a:lstStyle/>
        <a:p>
          <a:endParaRPr lang="es-ES" sz="1800"/>
        </a:p>
      </dgm:t>
    </dgm:pt>
    <dgm:pt modelId="{4CD268C8-2E30-43E8-804D-7028FC78CD10}">
      <dgm:prSet phldrT="[Texto]" custT="1"/>
      <dgm:spPr/>
      <dgm:t>
        <a:bodyPr/>
        <a:lstStyle/>
        <a:p>
          <a:r>
            <a:rPr lang="es-ES_tradnl" sz="1800" dirty="0"/>
            <a:t>De dónde obtengo el dinero para poder pagar las inversiones y gastos</a:t>
          </a:r>
          <a:endParaRPr lang="es-ES" sz="1800" dirty="0"/>
        </a:p>
      </dgm:t>
    </dgm:pt>
    <dgm:pt modelId="{8E923C0B-8C49-4B22-89D5-2BC74DFB70BB}" type="parTrans" cxnId="{9E86D56F-798F-4D9B-B197-9D1F5E4DB1AD}">
      <dgm:prSet/>
      <dgm:spPr/>
      <dgm:t>
        <a:bodyPr/>
        <a:lstStyle/>
        <a:p>
          <a:endParaRPr lang="es-ES" sz="1800"/>
        </a:p>
      </dgm:t>
    </dgm:pt>
    <dgm:pt modelId="{BD943C37-ECC8-4E95-9FF1-FCE93BA471D5}" type="sibTrans" cxnId="{9E86D56F-798F-4D9B-B197-9D1F5E4DB1AD}">
      <dgm:prSet/>
      <dgm:spPr/>
      <dgm:t>
        <a:bodyPr/>
        <a:lstStyle/>
        <a:p>
          <a:endParaRPr lang="es-ES" sz="1800"/>
        </a:p>
      </dgm:t>
    </dgm:pt>
    <dgm:pt modelId="{62376258-4861-4522-8A4A-E0E6926503C1}" type="pres">
      <dgm:prSet presAssocID="{D764606D-EFF1-4F9B-84F3-FEB66F2C04E6}" presName="Name0" presStyleCnt="0">
        <dgm:presLayoutVars>
          <dgm:dir/>
          <dgm:animLvl val="lvl"/>
          <dgm:resizeHandles/>
        </dgm:presLayoutVars>
      </dgm:prSet>
      <dgm:spPr/>
    </dgm:pt>
    <dgm:pt modelId="{FCBE8121-FE7D-4624-A9A6-DE53AD21F7C8}" type="pres">
      <dgm:prSet presAssocID="{20DA1774-2F10-431F-B4D1-B14E6B555DEA}" presName="linNode" presStyleCnt="0"/>
      <dgm:spPr/>
    </dgm:pt>
    <dgm:pt modelId="{88AB60C0-10F5-4527-809B-607DCDDAE206}" type="pres">
      <dgm:prSet presAssocID="{20DA1774-2F10-431F-B4D1-B14E6B555DEA}" presName="parentShp" presStyleLbl="node1" presStyleIdx="0" presStyleCnt="1" custScaleX="53593" custScaleY="37305">
        <dgm:presLayoutVars>
          <dgm:bulletEnabled val="1"/>
        </dgm:presLayoutVars>
      </dgm:prSet>
      <dgm:spPr/>
    </dgm:pt>
    <dgm:pt modelId="{8100E588-D3FA-47D6-8621-29A5E8C7A1A9}" type="pres">
      <dgm:prSet presAssocID="{20DA1774-2F10-431F-B4D1-B14E6B555DEA}" presName="childShp" presStyleLbl="bgAccFollowNode1" presStyleIdx="0" presStyleCnt="1" custScaleX="130819" custScaleY="100098">
        <dgm:presLayoutVars>
          <dgm:bulletEnabled val="1"/>
        </dgm:presLayoutVars>
      </dgm:prSet>
      <dgm:spPr/>
    </dgm:pt>
  </dgm:ptLst>
  <dgm:cxnLst>
    <dgm:cxn modelId="{CE2E2A1E-853F-42FD-9F8D-44B84295CBAB}" srcId="{20DA1774-2F10-431F-B4D1-B14E6B555DEA}" destId="{52AB2401-5F6F-42C1-BFCC-54A4DC714AFC}" srcOrd="0" destOrd="0" parTransId="{730EE574-F3C4-4EF5-9EF2-74440E22DCEE}" sibTransId="{2731C732-76C9-45B3-9723-78C19835D549}"/>
    <dgm:cxn modelId="{D77A7430-DE24-4390-823C-A2ECAE94B3F6}" srcId="{D764606D-EFF1-4F9B-84F3-FEB66F2C04E6}" destId="{20DA1774-2F10-431F-B4D1-B14E6B555DEA}" srcOrd="0" destOrd="0" parTransId="{DE2424A6-93DA-463A-BB34-2DD13E2EDD3A}" sibTransId="{76449FB5-EE42-442D-ADF0-D728F412228F}"/>
    <dgm:cxn modelId="{80E44166-F008-4E9D-82FE-BC7A79E419B6}" type="presOf" srcId="{20DA1774-2F10-431F-B4D1-B14E6B555DEA}" destId="{88AB60C0-10F5-4527-809B-607DCDDAE206}" srcOrd="0" destOrd="0" presId="urn:microsoft.com/office/officeart/2005/8/layout/vList6"/>
    <dgm:cxn modelId="{9E86D56F-798F-4D9B-B197-9D1F5E4DB1AD}" srcId="{20DA1774-2F10-431F-B4D1-B14E6B555DEA}" destId="{4CD268C8-2E30-43E8-804D-7028FC78CD10}" srcOrd="1" destOrd="0" parTransId="{8E923C0B-8C49-4B22-89D5-2BC74DFB70BB}" sibTransId="{BD943C37-ECC8-4E95-9FF1-FCE93BA471D5}"/>
    <dgm:cxn modelId="{B072747D-A8A9-467E-A6B6-1428119EF25C}" type="presOf" srcId="{52AB2401-5F6F-42C1-BFCC-54A4DC714AFC}" destId="{8100E588-D3FA-47D6-8621-29A5E8C7A1A9}" srcOrd="0" destOrd="0" presId="urn:microsoft.com/office/officeart/2005/8/layout/vList6"/>
    <dgm:cxn modelId="{ECA528A7-2B70-463A-980B-B609B162EC6A}" type="presOf" srcId="{4CD268C8-2E30-43E8-804D-7028FC78CD10}" destId="{8100E588-D3FA-47D6-8621-29A5E8C7A1A9}" srcOrd="0" destOrd="1" presId="urn:microsoft.com/office/officeart/2005/8/layout/vList6"/>
    <dgm:cxn modelId="{A1C76AD0-71EE-43E0-8BD1-A6E4DF1A4900}" type="presOf" srcId="{D764606D-EFF1-4F9B-84F3-FEB66F2C04E6}" destId="{62376258-4861-4522-8A4A-E0E6926503C1}" srcOrd="0" destOrd="0" presId="urn:microsoft.com/office/officeart/2005/8/layout/vList6"/>
    <dgm:cxn modelId="{76838C18-645C-4996-A0A4-77489C78A90A}" type="presParOf" srcId="{62376258-4861-4522-8A4A-E0E6926503C1}" destId="{FCBE8121-FE7D-4624-A9A6-DE53AD21F7C8}" srcOrd="0" destOrd="0" presId="urn:microsoft.com/office/officeart/2005/8/layout/vList6"/>
    <dgm:cxn modelId="{E6C05DA2-860C-4070-A13C-2A46996BB07E}" type="presParOf" srcId="{FCBE8121-FE7D-4624-A9A6-DE53AD21F7C8}" destId="{88AB60C0-10F5-4527-809B-607DCDDAE206}" srcOrd="0" destOrd="0" presId="urn:microsoft.com/office/officeart/2005/8/layout/vList6"/>
    <dgm:cxn modelId="{DCB06C9A-D936-43C7-9D03-131DBEE58DBC}" type="presParOf" srcId="{FCBE8121-FE7D-4624-A9A6-DE53AD21F7C8}" destId="{8100E588-D3FA-47D6-8621-29A5E8C7A1A9}"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EF269CB-401D-485F-9AC0-79F06A925B4B}"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ES"/>
        </a:p>
      </dgm:t>
    </dgm:pt>
    <dgm:pt modelId="{0CA51B37-F02C-4668-B37D-6B06B1988470}">
      <dgm:prSet phldrT="[Texto]" custT="1"/>
      <dgm:spPr/>
      <dgm:t>
        <a:bodyPr/>
        <a:lstStyle/>
        <a:p>
          <a:r>
            <a:rPr lang="es-ES_tradnl" sz="1800" b="1" dirty="0"/>
            <a:t>Fuentes propias</a:t>
          </a:r>
          <a:endParaRPr lang="es-ES" sz="1800" b="1" dirty="0"/>
        </a:p>
      </dgm:t>
    </dgm:pt>
    <dgm:pt modelId="{0C5241EF-937D-49A0-9F53-32B184D7C1BA}" type="parTrans" cxnId="{98EA9B33-246B-4E18-BB7D-D240FCC4CE5F}">
      <dgm:prSet/>
      <dgm:spPr/>
      <dgm:t>
        <a:bodyPr/>
        <a:lstStyle/>
        <a:p>
          <a:endParaRPr lang="es-ES" sz="1800" b="1"/>
        </a:p>
      </dgm:t>
    </dgm:pt>
    <dgm:pt modelId="{D4E11D4D-C180-439B-BBA4-A468AE0B1854}" type="sibTrans" cxnId="{98EA9B33-246B-4E18-BB7D-D240FCC4CE5F}">
      <dgm:prSet/>
      <dgm:spPr/>
      <dgm:t>
        <a:bodyPr/>
        <a:lstStyle/>
        <a:p>
          <a:endParaRPr lang="es-ES" sz="1800" b="1"/>
        </a:p>
      </dgm:t>
    </dgm:pt>
    <dgm:pt modelId="{2A7DF831-E753-4585-9554-2CC543D74873}" type="asst">
      <dgm:prSet phldrT="[Texto]" custT="1"/>
      <dgm:spPr/>
      <dgm:t>
        <a:bodyPr/>
        <a:lstStyle/>
        <a:p>
          <a:r>
            <a:rPr lang="es-ES_tradnl" sz="1800" b="1" dirty="0"/>
            <a:t>Externas</a:t>
          </a:r>
          <a:endParaRPr lang="es-ES" sz="1800" b="1" dirty="0"/>
        </a:p>
      </dgm:t>
    </dgm:pt>
    <dgm:pt modelId="{40AFCE17-E1F1-41C9-AB65-3A8EE3001125}" type="parTrans" cxnId="{3B63F134-E8F7-456D-8CB0-42035BC4A676}">
      <dgm:prSet custT="1"/>
      <dgm:spPr/>
      <dgm:t>
        <a:bodyPr/>
        <a:lstStyle/>
        <a:p>
          <a:endParaRPr lang="es-ES" sz="1800" b="1" dirty="0"/>
        </a:p>
      </dgm:t>
    </dgm:pt>
    <dgm:pt modelId="{95EC9E6A-1235-41AB-9C85-08E7F5288F0D}" type="sibTrans" cxnId="{3B63F134-E8F7-456D-8CB0-42035BC4A676}">
      <dgm:prSet/>
      <dgm:spPr/>
      <dgm:t>
        <a:bodyPr/>
        <a:lstStyle/>
        <a:p>
          <a:endParaRPr lang="es-ES" sz="1800" b="1"/>
        </a:p>
      </dgm:t>
    </dgm:pt>
    <dgm:pt modelId="{E803058B-5807-4498-80DB-05184D4DD72F}" type="asst">
      <dgm:prSet phldrT="[Texto]" custT="1"/>
      <dgm:spPr/>
      <dgm:t>
        <a:bodyPr/>
        <a:lstStyle/>
        <a:p>
          <a:r>
            <a:rPr lang="es-ES_tradnl" sz="1800" b="1" dirty="0"/>
            <a:t>Internas</a:t>
          </a:r>
          <a:endParaRPr lang="es-ES" sz="1800" b="1" dirty="0"/>
        </a:p>
      </dgm:t>
    </dgm:pt>
    <dgm:pt modelId="{A24CF779-3B41-4725-98E1-26358C06563B}" type="parTrans" cxnId="{DDF2A7D7-FD30-4000-B01E-ABFF70AE3BDB}">
      <dgm:prSet custT="1"/>
      <dgm:spPr/>
      <dgm:t>
        <a:bodyPr/>
        <a:lstStyle/>
        <a:p>
          <a:endParaRPr lang="es-ES" sz="1800" b="1" dirty="0"/>
        </a:p>
      </dgm:t>
    </dgm:pt>
    <dgm:pt modelId="{42F52E48-88FE-4915-8CC8-5FC156AD5CB9}" type="sibTrans" cxnId="{DDF2A7D7-FD30-4000-B01E-ABFF70AE3BDB}">
      <dgm:prSet/>
      <dgm:spPr/>
      <dgm:t>
        <a:bodyPr/>
        <a:lstStyle/>
        <a:p>
          <a:endParaRPr lang="es-ES" sz="1800" b="1"/>
        </a:p>
      </dgm:t>
    </dgm:pt>
    <dgm:pt modelId="{BCD8B676-1272-40D9-B824-D9973C4CE376}" type="asst">
      <dgm:prSet phldrT="[Texto]" custT="1"/>
      <dgm:spPr/>
      <dgm:t>
        <a:bodyPr/>
        <a:lstStyle/>
        <a:p>
          <a:r>
            <a:rPr lang="es-ES_tradnl" sz="1800" b="1" dirty="0"/>
            <a:t>Aportaciones de socios</a:t>
          </a:r>
          <a:endParaRPr lang="es-ES" sz="1800" b="1" dirty="0"/>
        </a:p>
      </dgm:t>
    </dgm:pt>
    <dgm:pt modelId="{86674D6D-1B59-48CE-B301-F1B23936D50C}" type="parTrans" cxnId="{0CD6EB42-6C63-400F-AFD4-107FF1EE6DF2}">
      <dgm:prSet custT="1"/>
      <dgm:spPr/>
      <dgm:t>
        <a:bodyPr/>
        <a:lstStyle/>
        <a:p>
          <a:endParaRPr lang="es-ES" sz="1800" b="1" dirty="0"/>
        </a:p>
      </dgm:t>
    </dgm:pt>
    <dgm:pt modelId="{B2136ABD-F8F2-4D49-8C4F-4B6A8598ADAA}" type="sibTrans" cxnId="{0CD6EB42-6C63-400F-AFD4-107FF1EE6DF2}">
      <dgm:prSet/>
      <dgm:spPr/>
      <dgm:t>
        <a:bodyPr/>
        <a:lstStyle/>
        <a:p>
          <a:endParaRPr lang="es-ES" sz="1800" b="1"/>
        </a:p>
      </dgm:t>
    </dgm:pt>
    <dgm:pt modelId="{C2D9DDA0-D8C6-47FB-B7A7-8406F7574BFD}" type="asst">
      <dgm:prSet phldrT="[Texto]" custT="1"/>
      <dgm:spPr/>
      <dgm:t>
        <a:bodyPr/>
        <a:lstStyle/>
        <a:p>
          <a:r>
            <a:rPr lang="es-ES_tradnl" sz="1800" b="1" dirty="0"/>
            <a:t>Aportaciones de inversores</a:t>
          </a:r>
          <a:endParaRPr lang="es-ES" sz="1800" b="1" dirty="0"/>
        </a:p>
      </dgm:t>
    </dgm:pt>
    <dgm:pt modelId="{2FCAE538-5557-44D5-826F-A5AD7B9AE2FD}" type="parTrans" cxnId="{5031BFF5-66BA-46D2-A74F-061A9484A7BD}">
      <dgm:prSet custT="1"/>
      <dgm:spPr/>
      <dgm:t>
        <a:bodyPr/>
        <a:lstStyle/>
        <a:p>
          <a:endParaRPr lang="es-ES" sz="1800" b="1" dirty="0"/>
        </a:p>
      </dgm:t>
    </dgm:pt>
    <dgm:pt modelId="{6534BC6A-5346-4534-A148-0D6809E1F88A}" type="sibTrans" cxnId="{5031BFF5-66BA-46D2-A74F-061A9484A7BD}">
      <dgm:prSet/>
      <dgm:spPr/>
      <dgm:t>
        <a:bodyPr/>
        <a:lstStyle/>
        <a:p>
          <a:endParaRPr lang="es-ES" sz="1800" b="1"/>
        </a:p>
      </dgm:t>
    </dgm:pt>
    <dgm:pt modelId="{106A690B-FA59-4828-9F80-E4BC8573DBD6}" type="asst">
      <dgm:prSet phldrT="[Texto]" custT="1"/>
      <dgm:spPr/>
      <dgm:t>
        <a:bodyPr/>
        <a:lstStyle/>
        <a:p>
          <a:r>
            <a:rPr lang="es-ES_tradnl" sz="1800" b="1" dirty="0"/>
            <a:t>Capital social</a:t>
          </a:r>
          <a:endParaRPr lang="es-ES" sz="1800" b="1" dirty="0"/>
        </a:p>
      </dgm:t>
    </dgm:pt>
    <dgm:pt modelId="{CDFEF058-F809-4043-830E-23CF2A0C77E3}" type="parTrans" cxnId="{041478D3-4945-4504-B8B6-6B2654B058FD}">
      <dgm:prSet custT="1"/>
      <dgm:spPr/>
      <dgm:t>
        <a:bodyPr/>
        <a:lstStyle/>
        <a:p>
          <a:endParaRPr lang="es-ES" sz="1800" b="1" dirty="0"/>
        </a:p>
      </dgm:t>
    </dgm:pt>
    <dgm:pt modelId="{901B9693-5628-4CBA-843A-2C4294478712}" type="sibTrans" cxnId="{041478D3-4945-4504-B8B6-6B2654B058FD}">
      <dgm:prSet/>
      <dgm:spPr/>
      <dgm:t>
        <a:bodyPr/>
        <a:lstStyle/>
        <a:p>
          <a:endParaRPr lang="es-ES" sz="1800" b="1"/>
        </a:p>
      </dgm:t>
    </dgm:pt>
    <dgm:pt modelId="{EA6B5468-D683-4CA7-9956-82FA0914C88B}" type="asst">
      <dgm:prSet phldrT="[Texto]" custT="1"/>
      <dgm:spPr/>
      <dgm:t>
        <a:bodyPr/>
        <a:lstStyle/>
        <a:p>
          <a:r>
            <a:rPr lang="es-ES_tradnl" sz="1800" b="1" dirty="0"/>
            <a:t>Ampliaciones</a:t>
          </a:r>
          <a:endParaRPr lang="es-ES" sz="1800" b="1" dirty="0"/>
        </a:p>
      </dgm:t>
    </dgm:pt>
    <dgm:pt modelId="{9394CA98-C56A-4494-9EC1-314D4928CBAA}" type="parTrans" cxnId="{B4026824-8D55-49C6-9FB3-A295F10BBF5B}">
      <dgm:prSet custT="1"/>
      <dgm:spPr/>
      <dgm:t>
        <a:bodyPr/>
        <a:lstStyle/>
        <a:p>
          <a:endParaRPr lang="es-ES" sz="1800" b="1" dirty="0"/>
        </a:p>
      </dgm:t>
    </dgm:pt>
    <dgm:pt modelId="{1C1E2341-A66E-4C9A-835C-038F26EB5493}" type="sibTrans" cxnId="{B4026824-8D55-49C6-9FB3-A295F10BBF5B}">
      <dgm:prSet/>
      <dgm:spPr/>
      <dgm:t>
        <a:bodyPr/>
        <a:lstStyle/>
        <a:p>
          <a:endParaRPr lang="es-ES" sz="1800" b="1"/>
        </a:p>
      </dgm:t>
    </dgm:pt>
    <dgm:pt modelId="{57ACB3E6-32A0-4707-8E1E-6D4AC4CFD6B7}" type="asst">
      <dgm:prSet phldrT="[Texto]" custT="1"/>
      <dgm:spPr/>
      <dgm:t>
        <a:bodyPr/>
        <a:lstStyle/>
        <a:p>
          <a:r>
            <a:rPr lang="es-ES_tradnl" sz="1800" b="1" dirty="0"/>
            <a:t>Business Angels</a:t>
          </a:r>
          <a:endParaRPr lang="es-ES" sz="1800" b="1" dirty="0"/>
        </a:p>
      </dgm:t>
    </dgm:pt>
    <dgm:pt modelId="{F693D8F5-F3CD-4163-A295-0E085E0D7838}" type="parTrans" cxnId="{3E5C6631-A26B-48C9-A7F4-E1C4C24BD816}">
      <dgm:prSet custT="1"/>
      <dgm:spPr/>
      <dgm:t>
        <a:bodyPr/>
        <a:lstStyle/>
        <a:p>
          <a:endParaRPr lang="es-ES" sz="1800" b="1" dirty="0"/>
        </a:p>
      </dgm:t>
    </dgm:pt>
    <dgm:pt modelId="{19223C87-FEDD-47E7-89A3-FE0E55272E6A}" type="sibTrans" cxnId="{3E5C6631-A26B-48C9-A7F4-E1C4C24BD816}">
      <dgm:prSet/>
      <dgm:spPr/>
      <dgm:t>
        <a:bodyPr/>
        <a:lstStyle/>
        <a:p>
          <a:endParaRPr lang="es-ES" sz="1800" b="1"/>
        </a:p>
      </dgm:t>
    </dgm:pt>
    <dgm:pt modelId="{9660E670-2B1A-42CB-9D63-F85211453350}" type="asst">
      <dgm:prSet phldrT="[Texto]" custT="1"/>
      <dgm:spPr/>
      <dgm:t>
        <a:bodyPr/>
        <a:lstStyle/>
        <a:p>
          <a:r>
            <a:rPr lang="es-ES_tradnl" sz="1800" b="1" dirty="0"/>
            <a:t>Autofinanciación de la propia empresa</a:t>
          </a:r>
          <a:endParaRPr lang="es-ES" sz="1800" b="1" dirty="0"/>
        </a:p>
      </dgm:t>
    </dgm:pt>
    <dgm:pt modelId="{434D5891-E57D-48E5-90D9-5425CDBEF952}" type="parTrans" cxnId="{CFDDA1C5-E02E-4E86-BADD-43AF315893A5}">
      <dgm:prSet custT="1"/>
      <dgm:spPr/>
      <dgm:t>
        <a:bodyPr/>
        <a:lstStyle/>
        <a:p>
          <a:endParaRPr lang="es-ES" sz="1800" b="1" dirty="0"/>
        </a:p>
      </dgm:t>
    </dgm:pt>
    <dgm:pt modelId="{B7F4A16E-6B91-4BD8-8F94-D429795818D3}" type="sibTrans" cxnId="{CFDDA1C5-E02E-4E86-BADD-43AF315893A5}">
      <dgm:prSet/>
      <dgm:spPr/>
      <dgm:t>
        <a:bodyPr/>
        <a:lstStyle/>
        <a:p>
          <a:endParaRPr lang="es-ES" sz="1800" b="1"/>
        </a:p>
      </dgm:t>
    </dgm:pt>
    <dgm:pt modelId="{5F80FFF3-687F-45E6-89CD-2F7E81E37AC7}" type="asst">
      <dgm:prSet phldrT="[Texto]" custT="1"/>
      <dgm:spPr/>
      <dgm:t>
        <a:bodyPr/>
        <a:lstStyle/>
        <a:p>
          <a:r>
            <a:rPr lang="es-ES_tradnl" sz="1800" b="1" dirty="0"/>
            <a:t>Reservas</a:t>
          </a:r>
          <a:endParaRPr lang="es-ES" sz="1800" b="1" dirty="0"/>
        </a:p>
      </dgm:t>
    </dgm:pt>
    <dgm:pt modelId="{CBE176C2-B7DE-4BCD-BDE7-26C6866E9C4F}" type="parTrans" cxnId="{EC78A9CA-0DEB-40E6-8C3B-CA5A14D0FF84}">
      <dgm:prSet custT="1"/>
      <dgm:spPr/>
      <dgm:t>
        <a:bodyPr/>
        <a:lstStyle/>
        <a:p>
          <a:endParaRPr lang="es-ES" sz="1800" b="1" dirty="0"/>
        </a:p>
      </dgm:t>
    </dgm:pt>
    <dgm:pt modelId="{B85E4734-C594-400D-93BF-22926B98498A}" type="sibTrans" cxnId="{EC78A9CA-0DEB-40E6-8C3B-CA5A14D0FF84}">
      <dgm:prSet/>
      <dgm:spPr/>
      <dgm:t>
        <a:bodyPr/>
        <a:lstStyle/>
        <a:p>
          <a:endParaRPr lang="es-ES" sz="1800" b="1"/>
        </a:p>
      </dgm:t>
    </dgm:pt>
    <dgm:pt modelId="{7B7159B8-63EF-447B-BD33-9F19A6A8E035}" type="asst">
      <dgm:prSet phldrT="[Texto]" custT="1"/>
      <dgm:spPr/>
      <dgm:t>
        <a:bodyPr/>
        <a:lstStyle/>
        <a:p>
          <a:r>
            <a:rPr lang="es-ES_tradnl" sz="1800" b="1" dirty="0"/>
            <a:t>Amortizaciones</a:t>
          </a:r>
          <a:endParaRPr lang="es-ES" sz="1800" b="1" dirty="0"/>
        </a:p>
      </dgm:t>
    </dgm:pt>
    <dgm:pt modelId="{2777E079-0C26-4A33-BF79-9110B7F46A91}" type="parTrans" cxnId="{50020E07-9190-486F-9DC6-256D1C0ACD23}">
      <dgm:prSet custT="1"/>
      <dgm:spPr/>
      <dgm:t>
        <a:bodyPr/>
        <a:lstStyle/>
        <a:p>
          <a:endParaRPr lang="es-ES" sz="1800" b="1" dirty="0"/>
        </a:p>
      </dgm:t>
    </dgm:pt>
    <dgm:pt modelId="{7F909D89-6FFB-4C55-86D6-8671F7B6D6CD}" type="sibTrans" cxnId="{50020E07-9190-486F-9DC6-256D1C0ACD23}">
      <dgm:prSet/>
      <dgm:spPr/>
      <dgm:t>
        <a:bodyPr/>
        <a:lstStyle/>
        <a:p>
          <a:endParaRPr lang="es-ES" sz="1800" b="1"/>
        </a:p>
      </dgm:t>
    </dgm:pt>
    <dgm:pt modelId="{B11F1F61-0636-42F3-95FB-A2AEFD4202B6}" type="pres">
      <dgm:prSet presAssocID="{4EF269CB-401D-485F-9AC0-79F06A925B4B}" presName="Name0" presStyleCnt="0">
        <dgm:presLayoutVars>
          <dgm:chPref val="1"/>
          <dgm:dir/>
          <dgm:animOne val="branch"/>
          <dgm:animLvl val="lvl"/>
          <dgm:resizeHandles val="exact"/>
        </dgm:presLayoutVars>
      </dgm:prSet>
      <dgm:spPr/>
    </dgm:pt>
    <dgm:pt modelId="{888C25F7-F1E6-46B3-B45E-B9E96A76FB24}" type="pres">
      <dgm:prSet presAssocID="{0CA51B37-F02C-4668-B37D-6B06B1988470}" presName="root1" presStyleCnt="0"/>
      <dgm:spPr/>
    </dgm:pt>
    <dgm:pt modelId="{691709DB-A0F2-4845-8ABE-61BA8AD3694B}" type="pres">
      <dgm:prSet presAssocID="{0CA51B37-F02C-4668-B37D-6B06B1988470}" presName="LevelOneTextNode" presStyleLbl="node0" presStyleIdx="0" presStyleCnt="1" custScaleX="69720" custScaleY="73659">
        <dgm:presLayoutVars>
          <dgm:chPref val="3"/>
        </dgm:presLayoutVars>
      </dgm:prSet>
      <dgm:spPr/>
    </dgm:pt>
    <dgm:pt modelId="{940B1AD5-BD0B-4987-A03C-44D369005A5B}" type="pres">
      <dgm:prSet presAssocID="{0CA51B37-F02C-4668-B37D-6B06B1988470}" presName="level2hierChild" presStyleCnt="0"/>
      <dgm:spPr/>
    </dgm:pt>
    <dgm:pt modelId="{96AD980F-E1E2-4BAC-9DBC-35AA96B943AE}" type="pres">
      <dgm:prSet presAssocID="{40AFCE17-E1F1-41C9-AB65-3A8EE3001125}" presName="conn2-1" presStyleLbl="parChTrans1D2" presStyleIdx="0" presStyleCnt="2"/>
      <dgm:spPr/>
    </dgm:pt>
    <dgm:pt modelId="{3CC48DBE-232D-420C-B4DE-106FBFF6BB1D}" type="pres">
      <dgm:prSet presAssocID="{40AFCE17-E1F1-41C9-AB65-3A8EE3001125}" presName="connTx" presStyleLbl="parChTrans1D2" presStyleIdx="0" presStyleCnt="2"/>
      <dgm:spPr/>
    </dgm:pt>
    <dgm:pt modelId="{A6EA0BFB-F7D9-4036-8841-2A6D68F137D5}" type="pres">
      <dgm:prSet presAssocID="{2A7DF831-E753-4585-9554-2CC543D74873}" presName="root2" presStyleCnt="0"/>
      <dgm:spPr/>
    </dgm:pt>
    <dgm:pt modelId="{EF0C977B-6339-4310-B43F-228EF38C6FE8}" type="pres">
      <dgm:prSet presAssocID="{2A7DF831-E753-4585-9554-2CC543D74873}" presName="LevelTwoTextNode" presStyleLbl="asst1" presStyleIdx="0" presStyleCnt="10" custScaleY="64435">
        <dgm:presLayoutVars>
          <dgm:chPref val="3"/>
        </dgm:presLayoutVars>
      </dgm:prSet>
      <dgm:spPr/>
    </dgm:pt>
    <dgm:pt modelId="{F1483A53-B6F0-4CFC-BF49-C37ED01A6DE9}" type="pres">
      <dgm:prSet presAssocID="{2A7DF831-E753-4585-9554-2CC543D74873}" presName="level3hierChild" presStyleCnt="0"/>
      <dgm:spPr/>
    </dgm:pt>
    <dgm:pt modelId="{F9346F72-A738-4576-8123-3902BE5A7977}" type="pres">
      <dgm:prSet presAssocID="{86674D6D-1B59-48CE-B301-F1B23936D50C}" presName="conn2-1" presStyleLbl="parChTrans1D3" presStyleIdx="0" presStyleCnt="3"/>
      <dgm:spPr/>
    </dgm:pt>
    <dgm:pt modelId="{4F7B1D95-6135-4912-BC0A-491A82AAAE0B}" type="pres">
      <dgm:prSet presAssocID="{86674D6D-1B59-48CE-B301-F1B23936D50C}" presName="connTx" presStyleLbl="parChTrans1D3" presStyleIdx="0" presStyleCnt="3"/>
      <dgm:spPr/>
    </dgm:pt>
    <dgm:pt modelId="{D551A539-6C39-4969-93E2-1A939F4B27D7}" type="pres">
      <dgm:prSet presAssocID="{BCD8B676-1272-40D9-B824-D9973C4CE376}" presName="root2" presStyleCnt="0"/>
      <dgm:spPr/>
    </dgm:pt>
    <dgm:pt modelId="{F179E934-3B52-468A-B69F-F547022E9828}" type="pres">
      <dgm:prSet presAssocID="{BCD8B676-1272-40D9-B824-D9973C4CE376}" presName="LevelTwoTextNode" presStyleLbl="asst1" presStyleIdx="1" presStyleCnt="10" custScaleX="136744" custScaleY="83446">
        <dgm:presLayoutVars>
          <dgm:chPref val="3"/>
        </dgm:presLayoutVars>
      </dgm:prSet>
      <dgm:spPr/>
    </dgm:pt>
    <dgm:pt modelId="{078A17A9-56B1-4642-9F26-55D6537E2BE6}" type="pres">
      <dgm:prSet presAssocID="{BCD8B676-1272-40D9-B824-D9973C4CE376}" presName="level3hierChild" presStyleCnt="0"/>
      <dgm:spPr/>
    </dgm:pt>
    <dgm:pt modelId="{599C1C7E-3EA0-420B-97B4-4036901FD486}" type="pres">
      <dgm:prSet presAssocID="{CDFEF058-F809-4043-830E-23CF2A0C77E3}" presName="conn2-1" presStyleLbl="parChTrans1D4" presStyleIdx="0" presStyleCnt="5"/>
      <dgm:spPr/>
    </dgm:pt>
    <dgm:pt modelId="{B2BDFDBE-FC08-48A6-80AA-78EB238A249D}" type="pres">
      <dgm:prSet presAssocID="{CDFEF058-F809-4043-830E-23CF2A0C77E3}" presName="connTx" presStyleLbl="parChTrans1D4" presStyleIdx="0" presStyleCnt="5"/>
      <dgm:spPr/>
    </dgm:pt>
    <dgm:pt modelId="{98F5CF5C-4113-4372-99EC-660C07D4B4BA}" type="pres">
      <dgm:prSet presAssocID="{106A690B-FA59-4828-9F80-E4BC8573DBD6}" presName="root2" presStyleCnt="0"/>
      <dgm:spPr/>
    </dgm:pt>
    <dgm:pt modelId="{F1957D2F-690E-4067-9C70-E8C791B97463}" type="pres">
      <dgm:prSet presAssocID="{106A690B-FA59-4828-9F80-E4BC8573DBD6}" presName="LevelTwoTextNode" presStyleLbl="asst1" presStyleIdx="2" presStyleCnt="10" custScaleY="52658">
        <dgm:presLayoutVars>
          <dgm:chPref val="3"/>
        </dgm:presLayoutVars>
      </dgm:prSet>
      <dgm:spPr/>
    </dgm:pt>
    <dgm:pt modelId="{3F50BF85-B740-4B7E-82AF-04C6755EA6BA}" type="pres">
      <dgm:prSet presAssocID="{106A690B-FA59-4828-9F80-E4BC8573DBD6}" presName="level3hierChild" presStyleCnt="0"/>
      <dgm:spPr/>
    </dgm:pt>
    <dgm:pt modelId="{C70A6F3B-875D-4BFA-A1E1-1BDDCEEDD0D9}" type="pres">
      <dgm:prSet presAssocID="{9394CA98-C56A-4494-9EC1-314D4928CBAA}" presName="conn2-1" presStyleLbl="parChTrans1D4" presStyleIdx="1" presStyleCnt="5"/>
      <dgm:spPr/>
    </dgm:pt>
    <dgm:pt modelId="{11DF1F42-B25E-46A4-B92B-6D9A236DC1DD}" type="pres">
      <dgm:prSet presAssocID="{9394CA98-C56A-4494-9EC1-314D4928CBAA}" presName="connTx" presStyleLbl="parChTrans1D4" presStyleIdx="1" presStyleCnt="5"/>
      <dgm:spPr/>
    </dgm:pt>
    <dgm:pt modelId="{F351F71E-2054-4CE3-991D-48B64E6808B5}" type="pres">
      <dgm:prSet presAssocID="{EA6B5468-D683-4CA7-9956-82FA0914C88B}" presName="root2" presStyleCnt="0"/>
      <dgm:spPr/>
    </dgm:pt>
    <dgm:pt modelId="{49D4FD42-A670-461A-BA7E-06221FAAC6E1}" type="pres">
      <dgm:prSet presAssocID="{EA6B5468-D683-4CA7-9956-82FA0914C88B}" presName="LevelTwoTextNode" presStyleLbl="asst1" presStyleIdx="3" presStyleCnt="10" custScaleY="64607">
        <dgm:presLayoutVars>
          <dgm:chPref val="3"/>
        </dgm:presLayoutVars>
      </dgm:prSet>
      <dgm:spPr/>
    </dgm:pt>
    <dgm:pt modelId="{1CCD8C9A-660E-4EB9-90EC-B2AD2D6F6898}" type="pres">
      <dgm:prSet presAssocID="{EA6B5468-D683-4CA7-9956-82FA0914C88B}" presName="level3hierChild" presStyleCnt="0"/>
      <dgm:spPr/>
    </dgm:pt>
    <dgm:pt modelId="{3D4B9D69-A7BD-40A3-8BB3-A0148B929B4F}" type="pres">
      <dgm:prSet presAssocID="{2FCAE538-5557-44D5-826F-A5AD7B9AE2FD}" presName="conn2-1" presStyleLbl="parChTrans1D3" presStyleIdx="1" presStyleCnt="3"/>
      <dgm:spPr/>
    </dgm:pt>
    <dgm:pt modelId="{3BF55987-0284-436E-9A3E-6C706147DF2E}" type="pres">
      <dgm:prSet presAssocID="{2FCAE538-5557-44D5-826F-A5AD7B9AE2FD}" presName="connTx" presStyleLbl="parChTrans1D3" presStyleIdx="1" presStyleCnt="3"/>
      <dgm:spPr/>
    </dgm:pt>
    <dgm:pt modelId="{80373134-3241-4278-8EC8-D5956D559685}" type="pres">
      <dgm:prSet presAssocID="{C2D9DDA0-D8C6-47FB-B7A7-8406F7574BFD}" presName="root2" presStyleCnt="0"/>
      <dgm:spPr/>
    </dgm:pt>
    <dgm:pt modelId="{F98E3E92-C8D1-4EF9-BAB8-5C37C5CA2AE0}" type="pres">
      <dgm:prSet presAssocID="{C2D9DDA0-D8C6-47FB-B7A7-8406F7574BFD}" presName="LevelTwoTextNode" presStyleLbl="asst1" presStyleIdx="4" presStyleCnt="10" custScaleX="136894" custScaleY="113892">
        <dgm:presLayoutVars>
          <dgm:chPref val="3"/>
        </dgm:presLayoutVars>
      </dgm:prSet>
      <dgm:spPr/>
    </dgm:pt>
    <dgm:pt modelId="{AC60D2D9-65C0-492D-84DF-B19CE5C454E0}" type="pres">
      <dgm:prSet presAssocID="{C2D9DDA0-D8C6-47FB-B7A7-8406F7574BFD}" presName="level3hierChild" presStyleCnt="0"/>
      <dgm:spPr/>
    </dgm:pt>
    <dgm:pt modelId="{DA7A7CC4-9E7B-4AEC-ADED-0FF98016B0B3}" type="pres">
      <dgm:prSet presAssocID="{F693D8F5-F3CD-4163-A295-0E085E0D7838}" presName="conn2-1" presStyleLbl="parChTrans1D4" presStyleIdx="2" presStyleCnt="5"/>
      <dgm:spPr/>
    </dgm:pt>
    <dgm:pt modelId="{AD9BA09A-1A47-4C89-8A02-DC8CA17261AE}" type="pres">
      <dgm:prSet presAssocID="{F693D8F5-F3CD-4163-A295-0E085E0D7838}" presName="connTx" presStyleLbl="parChTrans1D4" presStyleIdx="2" presStyleCnt="5"/>
      <dgm:spPr/>
    </dgm:pt>
    <dgm:pt modelId="{ADF373AA-BDF5-404E-91AA-178A6CF714AC}" type="pres">
      <dgm:prSet presAssocID="{57ACB3E6-32A0-4707-8E1E-6D4AC4CFD6B7}" presName="root2" presStyleCnt="0"/>
      <dgm:spPr/>
    </dgm:pt>
    <dgm:pt modelId="{AF93B810-CAEA-4019-ACAD-379DE2C3EFE6}" type="pres">
      <dgm:prSet presAssocID="{57ACB3E6-32A0-4707-8E1E-6D4AC4CFD6B7}" presName="LevelTwoTextNode" presStyleLbl="asst1" presStyleIdx="5" presStyleCnt="10" custScaleY="51451">
        <dgm:presLayoutVars>
          <dgm:chPref val="3"/>
        </dgm:presLayoutVars>
      </dgm:prSet>
      <dgm:spPr/>
    </dgm:pt>
    <dgm:pt modelId="{0946B0AB-C49E-42EF-BFF7-C7F6A96E3843}" type="pres">
      <dgm:prSet presAssocID="{57ACB3E6-32A0-4707-8E1E-6D4AC4CFD6B7}" presName="level3hierChild" presStyleCnt="0"/>
      <dgm:spPr/>
    </dgm:pt>
    <dgm:pt modelId="{8EB0F978-566E-4287-A3C7-D544BF0C397A}" type="pres">
      <dgm:prSet presAssocID="{A24CF779-3B41-4725-98E1-26358C06563B}" presName="conn2-1" presStyleLbl="parChTrans1D2" presStyleIdx="1" presStyleCnt="2"/>
      <dgm:spPr/>
    </dgm:pt>
    <dgm:pt modelId="{D93513B1-9EAA-4590-843C-6D2E7E6E7A5B}" type="pres">
      <dgm:prSet presAssocID="{A24CF779-3B41-4725-98E1-26358C06563B}" presName="connTx" presStyleLbl="parChTrans1D2" presStyleIdx="1" presStyleCnt="2"/>
      <dgm:spPr/>
    </dgm:pt>
    <dgm:pt modelId="{391DBE6A-71BA-4E06-BB56-675BFBD086FD}" type="pres">
      <dgm:prSet presAssocID="{E803058B-5807-4498-80DB-05184D4DD72F}" presName="root2" presStyleCnt="0"/>
      <dgm:spPr/>
    </dgm:pt>
    <dgm:pt modelId="{29873BBF-49BA-457A-8062-552094263C9F}" type="pres">
      <dgm:prSet presAssocID="{E803058B-5807-4498-80DB-05184D4DD72F}" presName="LevelTwoTextNode" presStyleLbl="asst1" presStyleIdx="6" presStyleCnt="10" custScaleY="59875">
        <dgm:presLayoutVars>
          <dgm:chPref val="3"/>
        </dgm:presLayoutVars>
      </dgm:prSet>
      <dgm:spPr/>
    </dgm:pt>
    <dgm:pt modelId="{473973F0-6C02-421E-BF82-E059CCC6AB66}" type="pres">
      <dgm:prSet presAssocID="{E803058B-5807-4498-80DB-05184D4DD72F}" presName="level3hierChild" presStyleCnt="0"/>
      <dgm:spPr/>
    </dgm:pt>
    <dgm:pt modelId="{0C1294ED-8CEA-4F53-8C2E-4A73DEFC1E33}" type="pres">
      <dgm:prSet presAssocID="{434D5891-E57D-48E5-90D9-5425CDBEF952}" presName="conn2-1" presStyleLbl="parChTrans1D3" presStyleIdx="2" presStyleCnt="3"/>
      <dgm:spPr/>
    </dgm:pt>
    <dgm:pt modelId="{9B3CF0AF-82C0-4AEB-BF32-534A7494FE25}" type="pres">
      <dgm:prSet presAssocID="{434D5891-E57D-48E5-90D9-5425CDBEF952}" presName="connTx" presStyleLbl="parChTrans1D3" presStyleIdx="2" presStyleCnt="3"/>
      <dgm:spPr/>
    </dgm:pt>
    <dgm:pt modelId="{99D77D99-0B15-4137-B3CF-3D59A36E117B}" type="pres">
      <dgm:prSet presAssocID="{9660E670-2B1A-42CB-9D63-F85211453350}" presName="root2" presStyleCnt="0"/>
      <dgm:spPr/>
    </dgm:pt>
    <dgm:pt modelId="{E8A29B96-43DA-46A4-8D6D-5A34BBF9F5AD}" type="pres">
      <dgm:prSet presAssocID="{9660E670-2B1A-42CB-9D63-F85211453350}" presName="LevelTwoTextNode" presStyleLbl="asst1" presStyleIdx="7" presStyleCnt="10" custScaleX="201320" custScaleY="119421">
        <dgm:presLayoutVars>
          <dgm:chPref val="3"/>
        </dgm:presLayoutVars>
      </dgm:prSet>
      <dgm:spPr/>
    </dgm:pt>
    <dgm:pt modelId="{B2B60A88-49FD-41D1-89E4-3618A2C9C9A3}" type="pres">
      <dgm:prSet presAssocID="{9660E670-2B1A-42CB-9D63-F85211453350}" presName="level3hierChild" presStyleCnt="0"/>
      <dgm:spPr/>
    </dgm:pt>
    <dgm:pt modelId="{F153A8C3-F78E-433A-AC7E-A4CCE583F6F7}" type="pres">
      <dgm:prSet presAssocID="{CBE176C2-B7DE-4BCD-BDE7-26C6866E9C4F}" presName="conn2-1" presStyleLbl="parChTrans1D4" presStyleIdx="3" presStyleCnt="5"/>
      <dgm:spPr/>
    </dgm:pt>
    <dgm:pt modelId="{91FE3F78-74DB-4BFD-A8F9-2BA75EEA16F4}" type="pres">
      <dgm:prSet presAssocID="{CBE176C2-B7DE-4BCD-BDE7-26C6866E9C4F}" presName="connTx" presStyleLbl="parChTrans1D4" presStyleIdx="3" presStyleCnt="5"/>
      <dgm:spPr/>
    </dgm:pt>
    <dgm:pt modelId="{77336137-1465-493A-986A-70C84766E7BC}" type="pres">
      <dgm:prSet presAssocID="{5F80FFF3-687F-45E6-89CD-2F7E81E37AC7}" presName="root2" presStyleCnt="0"/>
      <dgm:spPr/>
    </dgm:pt>
    <dgm:pt modelId="{DAEBE812-860F-4137-889D-6F319DA5BA71}" type="pres">
      <dgm:prSet presAssocID="{5F80FFF3-687F-45E6-89CD-2F7E81E37AC7}" presName="LevelTwoTextNode" presStyleLbl="asst1" presStyleIdx="8" presStyleCnt="10" custScaleY="57460">
        <dgm:presLayoutVars>
          <dgm:chPref val="3"/>
        </dgm:presLayoutVars>
      </dgm:prSet>
      <dgm:spPr/>
    </dgm:pt>
    <dgm:pt modelId="{9527F143-10A5-42A3-BBC0-610D17764951}" type="pres">
      <dgm:prSet presAssocID="{5F80FFF3-687F-45E6-89CD-2F7E81E37AC7}" presName="level3hierChild" presStyleCnt="0"/>
      <dgm:spPr/>
    </dgm:pt>
    <dgm:pt modelId="{AD40942B-93C9-46DC-A006-F76D94B4468F}" type="pres">
      <dgm:prSet presAssocID="{2777E079-0C26-4A33-BF79-9110B7F46A91}" presName="conn2-1" presStyleLbl="parChTrans1D4" presStyleIdx="4" presStyleCnt="5"/>
      <dgm:spPr/>
    </dgm:pt>
    <dgm:pt modelId="{34C0AD6B-73E3-480C-8325-A09A56DC035C}" type="pres">
      <dgm:prSet presAssocID="{2777E079-0C26-4A33-BF79-9110B7F46A91}" presName="connTx" presStyleLbl="parChTrans1D4" presStyleIdx="4" presStyleCnt="5"/>
      <dgm:spPr/>
    </dgm:pt>
    <dgm:pt modelId="{3B3F5882-F41D-41A1-A60F-CDA76C728854}" type="pres">
      <dgm:prSet presAssocID="{7B7159B8-63EF-447B-BD33-9F19A6A8E035}" presName="root2" presStyleCnt="0"/>
      <dgm:spPr/>
    </dgm:pt>
    <dgm:pt modelId="{49C451BA-F6A2-4745-8F36-61173F8B379B}" type="pres">
      <dgm:prSet presAssocID="{7B7159B8-63EF-447B-BD33-9F19A6A8E035}" presName="LevelTwoTextNode" presStyleLbl="asst1" presStyleIdx="9" presStyleCnt="10" custScaleY="41911">
        <dgm:presLayoutVars>
          <dgm:chPref val="3"/>
        </dgm:presLayoutVars>
      </dgm:prSet>
      <dgm:spPr/>
    </dgm:pt>
    <dgm:pt modelId="{6CF32C50-F16F-4476-BAA3-FDD941215E05}" type="pres">
      <dgm:prSet presAssocID="{7B7159B8-63EF-447B-BD33-9F19A6A8E035}" presName="level3hierChild" presStyleCnt="0"/>
      <dgm:spPr/>
    </dgm:pt>
  </dgm:ptLst>
  <dgm:cxnLst>
    <dgm:cxn modelId="{774BB002-A017-4CE0-8EFA-1F81207D7F78}" type="presOf" srcId="{4EF269CB-401D-485F-9AC0-79F06A925B4B}" destId="{B11F1F61-0636-42F3-95FB-A2AEFD4202B6}" srcOrd="0" destOrd="0" presId="urn:microsoft.com/office/officeart/2008/layout/HorizontalMultiLevelHierarchy"/>
    <dgm:cxn modelId="{69AF5106-0075-42F3-8F3F-DD7BB0684B04}" type="presOf" srcId="{0CA51B37-F02C-4668-B37D-6B06B1988470}" destId="{691709DB-A0F2-4845-8ABE-61BA8AD3694B}" srcOrd="0" destOrd="0" presId="urn:microsoft.com/office/officeart/2008/layout/HorizontalMultiLevelHierarchy"/>
    <dgm:cxn modelId="{50020E07-9190-486F-9DC6-256D1C0ACD23}" srcId="{9660E670-2B1A-42CB-9D63-F85211453350}" destId="{7B7159B8-63EF-447B-BD33-9F19A6A8E035}" srcOrd="1" destOrd="0" parTransId="{2777E079-0C26-4A33-BF79-9110B7F46A91}" sibTransId="{7F909D89-6FFB-4C55-86D6-8671F7B6D6CD}"/>
    <dgm:cxn modelId="{B8B1F307-4BE1-4AC1-A819-04408984D0CF}" type="presOf" srcId="{CBE176C2-B7DE-4BCD-BDE7-26C6866E9C4F}" destId="{91FE3F78-74DB-4BFD-A8F9-2BA75EEA16F4}" srcOrd="1" destOrd="0" presId="urn:microsoft.com/office/officeart/2008/layout/HorizontalMultiLevelHierarchy"/>
    <dgm:cxn modelId="{2BD40C0A-C2A1-4022-9C93-EE6335526A85}" type="presOf" srcId="{CDFEF058-F809-4043-830E-23CF2A0C77E3}" destId="{599C1C7E-3EA0-420B-97B4-4036901FD486}" srcOrd="0" destOrd="0" presId="urn:microsoft.com/office/officeart/2008/layout/HorizontalMultiLevelHierarchy"/>
    <dgm:cxn modelId="{083CF90D-321F-4798-9E82-7CC63D62886C}" type="presOf" srcId="{F693D8F5-F3CD-4163-A295-0E085E0D7838}" destId="{AD9BA09A-1A47-4C89-8A02-DC8CA17261AE}" srcOrd="1" destOrd="0" presId="urn:microsoft.com/office/officeart/2008/layout/HorizontalMultiLevelHierarchy"/>
    <dgm:cxn modelId="{BE9CE717-925E-4C6B-ABA4-A7F16D5F3A3F}" type="presOf" srcId="{BCD8B676-1272-40D9-B824-D9973C4CE376}" destId="{F179E934-3B52-468A-B69F-F547022E9828}" srcOrd="0" destOrd="0" presId="urn:microsoft.com/office/officeart/2008/layout/HorizontalMultiLevelHierarchy"/>
    <dgm:cxn modelId="{8E870A1A-E781-479C-A31F-D1BC517A170F}" type="presOf" srcId="{A24CF779-3B41-4725-98E1-26358C06563B}" destId="{8EB0F978-566E-4287-A3C7-D544BF0C397A}" srcOrd="0" destOrd="0" presId="urn:microsoft.com/office/officeart/2008/layout/HorizontalMultiLevelHierarchy"/>
    <dgm:cxn modelId="{B4026824-8D55-49C6-9FB3-A295F10BBF5B}" srcId="{BCD8B676-1272-40D9-B824-D9973C4CE376}" destId="{EA6B5468-D683-4CA7-9956-82FA0914C88B}" srcOrd="1" destOrd="0" parTransId="{9394CA98-C56A-4494-9EC1-314D4928CBAA}" sibTransId="{1C1E2341-A66E-4C9A-835C-038F26EB5493}"/>
    <dgm:cxn modelId="{3E5C6631-A26B-48C9-A7F4-E1C4C24BD816}" srcId="{C2D9DDA0-D8C6-47FB-B7A7-8406F7574BFD}" destId="{57ACB3E6-32A0-4707-8E1E-6D4AC4CFD6B7}" srcOrd="0" destOrd="0" parTransId="{F693D8F5-F3CD-4163-A295-0E085E0D7838}" sibTransId="{19223C87-FEDD-47E7-89A3-FE0E55272E6A}"/>
    <dgm:cxn modelId="{98EA9B33-246B-4E18-BB7D-D240FCC4CE5F}" srcId="{4EF269CB-401D-485F-9AC0-79F06A925B4B}" destId="{0CA51B37-F02C-4668-B37D-6B06B1988470}" srcOrd="0" destOrd="0" parTransId="{0C5241EF-937D-49A0-9F53-32B184D7C1BA}" sibTransId="{D4E11D4D-C180-439B-BBA4-A468AE0B1854}"/>
    <dgm:cxn modelId="{3B63F134-E8F7-456D-8CB0-42035BC4A676}" srcId="{0CA51B37-F02C-4668-B37D-6B06B1988470}" destId="{2A7DF831-E753-4585-9554-2CC543D74873}" srcOrd="0" destOrd="0" parTransId="{40AFCE17-E1F1-41C9-AB65-3A8EE3001125}" sibTransId="{95EC9E6A-1235-41AB-9C85-08E7F5288F0D}"/>
    <dgm:cxn modelId="{E6D05F3C-319A-41C9-9B8F-7AAD706071D3}" type="presOf" srcId="{E803058B-5807-4498-80DB-05184D4DD72F}" destId="{29873BBF-49BA-457A-8062-552094263C9F}" srcOrd="0" destOrd="0" presId="urn:microsoft.com/office/officeart/2008/layout/HorizontalMultiLevelHierarchy"/>
    <dgm:cxn modelId="{E34B065D-88B3-41C4-A2C9-6DF3A944FFF9}" type="presOf" srcId="{CDFEF058-F809-4043-830E-23CF2A0C77E3}" destId="{B2BDFDBE-FC08-48A6-80AA-78EB238A249D}" srcOrd="1" destOrd="0" presId="urn:microsoft.com/office/officeart/2008/layout/HorizontalMultiLevelHierarchy"/>
    <dgm:cxn modelId="{0CE2CA5E-D2A9-4F90-8F53-28BF25C72702}" type="presOf" srcId="{9660E670-2B1A-42CB-9D63-F85211453350}" destId="{E8A29B96-43DA-46A4-8D6D-5A34BBF9F5AD}" srcOrd="0" destOrd="0" presId="urn:microsoft.com/office/officeart/2008/layout/HorizontalMultiLevelHierarchy"/>
    <dgm:cxn modelId="{EE8DF741-2557-48BC-A119-630B244C561E}" type="presOf" srcId="{F693D8F5-F3CD-4163-A295-0E085E0D7838}" destId="{DA7A7CC4-9E7B-4AEC-ADED-0FF98016B0B3}" srcOrd="0" destOrd="0" presId="urn:microsoft.com/office/officeart/2008/layout/HorizontalMultiLevelHierarchy"/>
    <dgm:cxn modelId="{0CD6EB42-6C63-400F-AFD4-107FF1EE6DF2}" srcId="{2A7DF831-E753-4585-9554-2CC543D74873}" destId="{BCD8B676-1272-40D9-B824-D9973C4CE376}" srcOrd="0" destOrd="0" parTransId="{86674D6D-1B59-48CE-B301-F1B23936D50C}" sibTransId="{B2136ABD-F8F2-4D49-8C4F-4B6A8598ADAA}"/>
    <dgm:cxn modelId="{E5085269-576F-44A6-B0FE-154B30F88C1A}" type="presOf" srcId="{7B7159B8-63EF-447B-BD33-9F19A6A8E035}" destId="{49C451BA-F6A2-4745-8F36-61173F8B379B}" srcOrd="0" destOrd="0" presId="urn:microsoft.com/office/officeart/2008/layout/HorizontalMultiLevelHierarchy"/>
    <dgm:cxn modelId="{E30AF851-668D-42A1-9E43-13D22BC24244}" type="presOf" srcId="{86674D6D-1B59-48CE-B301-F1B23936D50C}" destId="{F9346F72-A738-4576-8123-3902BE5A7977}" srcOrd="0" destOrd="0" presId="urn:microsoft.com/office/officeart/2008/layout/HorizontalMultiLevelHierarchy"/>
    <dgm:cxn modelId="{AE29227C-0E33-4FD5-8BD0-F237A56E02FE}" type="presOf" srcId="{2777E079-0C26-4A33-BF79-9110B7F46A91}" destId="{AD40942B-93C9-46DC-A006-F76D94B4468F}" srcOrd="0" destOrd="0" presId="urn:microsoft.com/office/officeart/2008/layout/HorizontalMultiLevelHierarchy"/>
    <dgm:cxn modelId="{9B101284-E526-410E-B740-CDFD89C95C48}" type="presOf" srcId="{CBE176C2-B7DE-4BCD-BDE7-26C6866E9C4F}" destId="{F153A8C3-F78E-433A-AC7E-A4CCE583F6F7}" srcOrd="0" destOrd="0" presId="urn:microsoft.com/office/officeart/2008/layout/HorizontalMultiLevelHierarchy"/>
    <dgm:cxn modelId="{C335AD84-A878-4141-9916-2D06C1057DB8}" type="presOf" srcId="{434D5891-E57D-48E5-90D9-5425CDBEF952}" destId="{9B3CF0AF-82C0-4AEB-BF32-534A7494FE25}" srcOrd="1" destOrd="0" presId="urn:microsoft.com/office/officeart/2008/layout/HorizontalMultiLevelHierarchy"/>
    <dgm:cxn modelId="{26FE0C8B-FD5E-433B-BB24-4277032C5D35}" type="presOf" srcId="{40AFCE17-E1F1-41C9-AB65-3A8EE3001125}" destId="{3CC48DBE-232D-420C-B4DE-106FBFF6BB1D}" srcOrd="1" destOrd="0" presId="urn:microsoft.com/office/officeart/2008/layout/HorizontalMultiLevelHierarchy"/>
    <dgm:cxn modelId="{0114449D-A10C-4902-B6E0-48A2742F964F}" type="presOf" srcId="{2FCAE538-5557-44D5-826F-A5AD7B9AE2FD}" destId="{3D4B9D69-A7BD-40A3-8BB3-A0148B929B4F}" srcOrd="0" destOrd="0" presId="urn:microsoft.com/office/officeart/2008/layout/HorizontalMultiLevelHierarchy"/>
    <dgm:cxn modelId="{61ACFFAB-8949-43D8-B01F-128C883F15A8}" type="presOf" srcId="{A24CF779-3B41-4725-98E1-26358C06563B}" destId="{D93513B1-9EAA-4590-843C-6D2E7E6E7A5B}" srcOrd="1" destOrd="0" presId="urn:microsoft.com/office/officeart/2008/layout/HorizontalMultiLevelHierarchy"/>
    <dgm:cxn modelId="{035DE9AC-7A4D-4F61-B6C7-43CA72937A70}" type="presOf" srcId="{9394CA98-C56A-4494-9EC1-314D4928CBAA}" destId="{C70A6F3B-875D-4BFA-A1E1-1BDDCEEDD0D9}" srcOrd="0" destOrd="0" presId="urn:microsoft.com/office/officeart/2008/layout/HorizontalMultiLevelHierarchy"/>
    <dgm:cxn modelId="{2666E2C3-B5C8-4B24-AD06-C2E3DCC58174}" type="presOf" srcId="{2A7DF831-E753-4585-9554-2CC543D74873}" destId="{EF0C977B-6339-4310-B43F-228EF38C6FE8}" srcOrd="0" destOrd="0" presId="urn:microsoft.com/office/officeart/2008/layout/HorizontalMultiLevelHierarchy"/>
    <dgm:cxn modelId="{CFDDA1C5-E02E-4E86-BADD-43AF315893A5}" srcId="{E803058B-5807-4498-80DB-05184D4DD72F}" destId="{9660E670-2B1A-42CB-9D63-F85211453350}" srcOrd="0" destOrd="0" parTransId="{434D5891-E57D-48E5-90D9-5425CDBEF952}" sibTransId="{B7F4A16E-6B91-4BD8-8F94-D429795818D3}"/>
    <dgm:cxn modelId="{3C2409CA-6998-4D3A-860B-46366043426D}" type="presOf" srcId="{EA6B5468-D683-4CA7-9956-82FA0914C88B}" destId="{49D4FD42-A670-461A-BA7E-06221FAAC6E1}" srcOrd="0" destOrd="0" presId="urn:microsoft.com/office/officeart/2008/layout/HorizontalMultiLevelHierarchy"/>
    <dgm:cxn modelId="{EC78A9CA-0DEB-40E6-8C3B-CA5A14D0FF84}" srcId="{9660E670-2B1A-42CB-9D63-F85211453350}" destId="{5F80FFF3-687F-45E6-89CD-2F7E81E37AC7}" srcOrd="0" destOrd="0" parTransId="{CBE176C2-B7DE-4BCD-BDE7-26C6866E9C4F}" sibTransId="{B85E4734-C594-400D-93BF-22926B98498A}"/>
    <dgm:cxn modelId="{4BD74CCE-E1D3-46EB-9FCB-7BDC4E366302}" type="presOf" srcId="{2777E079-0C26-4A33-BF79-9110B7F46A91}" destId="{34C0AD6B-73E3-480C-8325-A09A56DC035C}" srcOrd="1" destOrd="0" presId="urn:microsoft.com/office/officeart/2008/layout/HorizontalMultiLevelHierarchy"/>
    <dgm:cxn modelId="{5613A2D2-37D1-4C17-813C-3D16F309662F}" type="presOf" srcId="{40AFCE17-E1F1-41C9-AB65-3A8EE3001125}" destId="{96AD980F-E1E2-4BAC-9DBC-35AA96B943AE}" srcOrd="0" destOrd="0" presId="urn:microsoft.com/office/officeart/2008/layout/HorizontalMultiLevelHierarchy"/>
    <dgm:cxn modelId="{646070D3-0294-420D-A4AF-B66A048D116F}" type="presOf" srcId="{2FCAE538-5557-44D5-826F-A5AD7B9AE2FD}" destId="{3BF55987-0284-436E-9A3E-6C706147DF2E}" srcOrd="1" destOrd="0" presId="urn:microsoft.com/office/officeart/2008/layout/HorizontalMultiLevelHierarchy"/>
    <dgm:cxn modelId="{041478D3-4945-4504-B8B6-6B2654B058FD}" srcId="{BCD8B676-1272-40D9-B824-D9973C4CE376}" destId="{106A690B-FA59-4828-9F80-E4BC8573DBD6}" srcOrd="0" destOrd="0" parTransId="{CDFEF058-F809-4043-830E-23CF2A0C77E3}" sibTransId="{901B9693-5628-4CBA-843A-2C4294478712}"/>
    <dgm:cxn modelId="{DDF2A7D7-FD30-4000-B01E-ABFF70AE3BDB}" srcId="{0CA51B37-F02C-4668-B37D-6B06B1988470}" destId="{E803058B-5807-4498-80DB-05184D4DD72F}" srcOrd="1" destOrd="0" parTransId="{A24CF779-3B41-4725-98E1-26358C06563B}" sibTransId="{42F52E48-88FE-4915-8CC8-5FC156AD5CB9}"/>
    <dgm:cxn modelId="{3C2DAFDC-0327-469C-9A35-16B8C5E8BF30}" type="presOf" srcId="{5F80FFF3-687F-45E6-89CD-2F7E81E37AC7}" destId="{DAEBE812-860F-4137-889D-6F319DA5BA71}" srcOrd="0" destOrd="0" presId="urn:microsoft.com/office/officeart/2008/layout/HorizontalMultiLevelHierarchy"/>
    <dgm:cxn modelId="{94C13EDF-9C16-4F65-9AF8-9F8E2914B6E7}" type="presOf" srcId="{86674D6D-1B59-48CE-B301-F1B23936D50C}" destId="{4F7B1D95-6135-4912-BC0A-491A82AAAE0B}" srcOrd="1" destOrd="0" presId="urn:microsoft.com/office/officeart/2008/layout/HorizontalMultiLevelHierarchy"/>
    <dgm:cxn modelId="{7204ADE1-E394-48EA-B8BF-9D644FA83637}" type="presOf" srcId="{434D5891-E57D-48E5-90D9-5425CDBEF952}" destId="{0C1294ED-8CEA-4F53-8C2E-4A73DEFC1E33}" srcOrd="0" destOrd="0" presId="urn:microsoft.com/office/officeart/2008/layout/HorizontalMultiLevelHierarchy"/>
    <dgm:cxn modelId="{AC3F0AED-2627-4A1B-8B4F-71A7C48D8C9A}" type="presOf" srcId="{C2D9DDA0-D8C6-47FB-B7A7-8406F7574BFD}" destId="{F98E3E92-C8D1-4EF9-BAB8-5C37C5CA2AE0}" srcOrd="0" destOrd="0" presId="urn:microsoft.com/office/officeart/2008/layout/HorizontalMultiLevelHierarchy"/>
    <dgm:cxn modelId="{5031BFF5-66BA-46D2-A74F-061A9484A7BD}" srcId="{2A7DF831-E753-4585-9554-2CC543D74873}" destId="{C2D9DDA0-D8C6-47FB-B7A7-8406F7574BFD}" srcOrd="1" destOrd="0" parTransId="{2FCAE538-5557-44D5-826F-A5AD7B9AE2FD}" sibTransId="{6534BC6A-5346-4534-A148-0D6809E1F88A}"/>
    <dgm:cxn modelId="{B5B913F7-20AE-4B08-8E16-5F4E94241DDB}" type="presOf" srcId="{9394CA98-C56A-4494-9EC1-314D4928CBAA}" destId="{11DF1F42-B25E-46A4-B92B-6D9A236DC1DD}" srcOrd="1" destOrd="0" presId="urn:microsoft.com/office/officeart/2008/layout/HorizontalMultiLevelHierarchy"/>
    <dgm:cxn modelId="{CBF5DAFC-1F94-4A98-BA13-137F4D19682C}" type="presOf" srcId="{106A690B-FA59-4828-9F80-E4BC8573DBD6}" destId="{F1957D2F-690E-4067-9C70-E8C791B97463}" srcOrd="0" destOrd="0" presId="urn:microsoft.com/office/officeart/2008/layout/HorizontalMultiLevelHierarchy"/>
    <dgm:cxn modelId="{58EF93FD-9B51-4DE2-A2C2-8BCD0FC70701}" type="presOf" srcId="{57ACB3E6-32A0-4707-8E1E-6D4AC4CFD6B7}" destId="{AF93B810-CAEA-4019-ACAD-379DE2C3EFE6}" srcOrd="0" destOrd="0" presId="urn:microsoft.com/office/officeart/2008/layout/HorizontalMultiLevelHierarchy"/>
    <dgm:cxn modelId="{2853BF73-1713-46F3-A046-5A649523785F}" type="presParOf" srcId="{B11F1F61-0636-42F3-95FB-A2AEFD4202B6}" destId="{888C25F7-F1E6-46B3-B45E-B9E96A76FB24}" srcOrd="0" destOrd="0" presId="urn:microsoft.com/office/officeart/2008/layout/HorizontalMultiLevelHierarchy"/>
    <dgm:cxn modelId="{98DF12FC-F2F1-47A6-9FDD-961B1758BB56}" type="presParOf" srcId="{888C25F7-F1E6-46B3-B45E-B9E96A76FB24}" destId="{691709DB-A0F2-4845-8ABE-61BA8AD3694B}" srcOrd="0" destOrd="0" presId="urn:microsoft.com/office/officeart/2008/layout/HorizontalMultiLevelHierarchy"/>
    <dgm:cxn modelId="{57A7CF1A-9CFF-44E8-B9C4-BB21DC5F3700}" type="presParOf" srcId="{888C25F7-F1E6-46B3-B45E-B9E96A76FB24}" destId="{940B1AD5-BD0B-4987-A03C-44D369005A5B}" srcOrd="1" destOrd="0" presId="urn:microsoft.com/office/officeart/2008/layout/HorizontalMultiLevelHierarchy"/>
    <dgm:cxn modelId="{59C46B88-DAB3-4526-AA62-9231EF53CEF1}" type="presParOf" srcId="{940B1AD5-BD0B-4987-A03C-44D369005A5B}" destId="{96AD980F-E1E2-4BAC-9DBC-35AA96B943AE}" srcOrd="0" destOrd="0" presId="urn:microsoft.com/office/officeart/2008/layout/HorizontalMultiLevelHierarchy"/>
    <dgm:cxn modelId="{C9CA1DB8-90F0-41CF-8112-0A1FA22134BB}" type="presParOf" srcId="{96AD980F-E1E2-4BAC-9DBC-35AA96B943AE}" destId="{3CC48DBE-232D-420C-B4DE-106FBFF6BB1D}" srcOrd="0" destOrd="0" presId="urn:microsoft.com/office/officeart/2008/layout/HorizontalMultiLevelHierarchy"/>
    <dgm:cxn modelId="{CA546329-B160-41B4-A574-3998463178D7}" type="presParOf" srcId="{940B1AD5-BD0B-4987-A03C-44D369005A5B}" destId="{A6EA0BFB-F7D9-4036-8841-2A6D68F137D5}" srcOrd="1" destOrd="0" presId="urn:microsoft.com/office/officeart/2008/layout/HorizontalMultiLevelHierarchy"/>
    <dgm:cxn modelId="{0A0F62A4-D988-4F49-B48D-87F4E06B5FFC}" type="presParOf" srcId="{A6EA0BFB-F7D9-4036-8841-2A6D68F137D5}" destId="{EF0C977B-6339-4310-B43F-228EF38C6FE8}" srcOrd="0" destOrd="0" presId="urn:microsoft.com/office/officeart/2008/layout/HorizontalMultiLevelHierarchy"/>
    <dgm:cxn modelId="{A1626E14-4242-497F-9AD4-3C1D3007E251}" type="presParOf" srcId="{A6EA0BFB-F7D9-4036-8841-2A6D68F137D5}" destId="{F1483A53-B6F0-4CFC-BF49-C37ED01A6DE9}" srcOrd="1" destOrd="0" presId="urn:microsoft.com/office/officeart/2008/layout/HorizontalMultiLevelHierarchy"/>
    <dgm:cxn modelId="{5B8B45FB-A8CF-438E-8BB6-DB4D9A692849}" type="presParOf" srcId="{F1483A53-B6F0-4CFC-BF49-C37ED01A6DE9}" destId="{F9346F72-A738-4576-8123-3902BE5A7977}" srcOrd="0" destOrd="0" presId="urn:microsoft.com/office/officeart/2008/layout/HorizontalMultiLevelHierarchy"/>
    <dgm:cxn modelId="{C44700D4-76E9-4466-896C-51412B226E75}" type="presParOf" srcId="{F9346F72-A738-4576-8123-3902BE5A7977}" destId="{4F7B1D95-6135-4912-BC0A-491A82AAAE0B}" srcOrd="0" destOrd="0" presId="urn:microsoft.com/office/officeart/2008/layout/HorizontalMultiLevelHierarchy"/>
    <dgm:cxn modelId="{8304FF48-407D-457C-BBFD-C676874FD967}" type="presParOf" srcId="{F1483A53-B6F0-4CFC-BF49-C37ED01A6DE9}" destId="{D551A539-6C39-4969-93E2-1A939F4B27D7}" srcOrd="1" destOrd="0" presId="urn:microsoft.com/office/officeart/2008/layout/HorizontalMultiLevelHierarchy"/>
    <dgm:cxn modelId="{84512D76-723D-454B-811D-93ED562D7906}" type="presParOf" srcId="{D551A539-6C39-4969-93E2-1A939F4B27D7}" destId="{F179E934-3B52-468A-B69F-F547022E9828}" srcOrd="0" destOrd="0" presId="urn:microsoft.com/office/officeart/2008/layout/HorizontalMultiLevelHierarchy"/>
    <dgm:cxn modelId="{BE1A1D3A-703D-44AF-B7E4-F77E3961C40A}" type="presParOf" srcId="{D551A539-6C39-4969-93E2-1A939F4B27D7}" destId="{078A17A9-56B1-4642-9F26-55D6537E2BE6}" srcOrd="1" destOrd="0" presId="urn:microsoft.com/office/officeart/2008/layout/HorizontalMultiLevelHierarchy"/>
    <dgm:cxn modelId="{004D0687-8C8B-4255-A1BB-3A5601692865}" type="presParOf" srcId="{078A17A9-56B1-4642-9F26-55D6537E2BE6}" destId="{599C1C7E-3EA0-420B-97B4-4036901FD486}" srcOrd="0" destOrd="0" presId="urn:microsoft.com/office/officeart/2008/layout/HorizontalMultiLevelHierarchy"/>
    <dgm:cxn modelId="{4A03B417-D17F-425F-BF0D-8B21C880A2B0}" type="presParOf" srcId="{599C1C7E-3EA0-420B-97B4-4036901FD486}" destId="{B2BDFDBE-FC08-48A6-80AA-78EB238A249D}" srcOrd="0" destOrd="0" presId="urn:microsoft.com/office/officeart/2008/layout/HorizontalMultiLevelHierarchy"/>
    <dgm:cxn modelId="{0C92C0BB-4AEF-40A1-BBC0-C05CEB018057}" type="presParOf" srcId="{078A17A9-56B1-4642-9F26-55D6537E2BE6}" destId="{98F5CF5C-4113-4372-99EC-660C07D4B4BA}" srcOrd="1" destOrd="0" presId="urn:microsoft.com/office/officeart/2008/layout/HorizontalMultiLevelHierarchy"/>
    <dgm:cxn modelId="{03BFD4A9-BAC1-4076-AF12-8505BFAB328C}" type="presParOf" srcId="{98F5CF5C-4113-4372-99EC-660C07D4B4BA}" destId="{F1957D2F-690E-4067-9C70-E8C791B97463}" srcOrd="0" destOrd="0" presId="urn:microsoft.com/office/officeart/2008/layout/HorizontalMultiLevelHierarchy"/>
    <dgm:cxn modelId="{1605C3FC-F471-4C8A-9387-CD0A1212A814}" type="presParOf" srcId="{98F5CF5C-4113-4372-99EC-660C07D4B4BA}" destId="{3F50BF85-B740-4B7E-82AF-04C6755EA6BA}" srcOrd="1" destOrd="0" presId="urn:microsoft.com/office/officeart/2008/layout/HorizontalMultiLevelHierarchy"/>
    <dgm:cxn modelId="{ED46325D-A9E9-4BED-B067-BE9AB9C797BF}" type="presParOf" srcId="{078A17A9-56B1-4642-9F26-55D6537E2BE6}" destId="{C70A6F3B-875D-4BFA-A1E1-1BDDCEEDD0D9}" srcOrd="2" destOrd="0" presId="urn:microsoft.com/office/officeart/2008/layout/HorizontalMultiLevelHierarchy"/>
    <dgm:cxn modelId="{6C2B2F02-55A0-49C6-9AB6-75F9D4ACD432}" type="presParOf" srcId="{C70A6F3B-875D-4BFA-A1E1-1BDDCEEDD0D9}" destId="{11DF1F42-B25E-46A4-B92B-6D9A236DC1DD}" srcOrd="0" destOrd="0" presId="urn:microsoft.com/office/officeart/2008/layout/HorizontalMultiLevelHierarchy"/>
    <dgm:cxn modelId="{C6FB357B-C790-4F92-B4CA-5DBB629536F8}" type="presParOf" srcId="{078A17A9-56B1-4642-9F26-55D6537E2BE6}" destId="{F351F71E-2054-4CE3-991D-48B64E6808B5}" srcOrd="3" destOrd="0" presId="urn:microsoft.com/office/officeart/2008/layout/HorizontalMultiLevelHierarchy"/>
    <dgm:cxn modelId="{BD15AC8E-F313-4394-8FEF-FF70BF7A922D}" type="presParOf" srcId="{F351F71E-2054-4CE3-991D-48B64E6808B5}" destId="{49D4FD42-A670-461A-BA7E-06221FAAC6E1}" srcOrd="0" destOrd="0" presId="urn:microsoft.com/office/officeart/2008/layout/HorizontalMultiLevelHierarchy"/>
    <dgm:cxn modelId="{19B07EEC-50CD-41CA-99EC-013B8C53934C}" type="presParOf" srcId="{F351F71E-2054-4CE3-991D-48B64E6808B5}" destId="{1CCD8C9A-660E-4EB9-90EC-B2AD2D6F6898}" srcOrd="1" destOrd="0" presId="urn:microsoft.com/office/officeart/2008/layout/HorizontalMultiLevelHierarchy"/>
    <dgm:cxn modelId="{4897280D-2C25-4E06-A2DD-3A953B42EB3B}" type="presParOf" srcId="{F1483A53-B6F0-4CFC-BF49-C37ED01A6DE9}" destId="{3D4B9D69-A7BD-40A3-8BB3-A0148B929B4F}" srcOrd="2" destOrd="0" presId="urn:microsoft.com/office/officeart/2008/layout/HorizontalMultiLevelHierarchy"/>
    <dgm:cxn modelId="{65FEF9BA-7DF6-4D8E-AB79-8DBDAE6F0285}" type="presParOf" srcId="{3D4B9D69-A7BD-40A3-8BB3-A0148B929B4F}" destId="{3BF55987-0284-436E-9A3E-6C706147DF2E}" srcOrd="0" destOrd="0" presId="urn:microsoft.com/office/officeart/2008/layout/HorizontalMultiLevelHierarchy"/>
    <dgm:cxn modelId="{87BCE111-E909-4601-8DD8-047A19709156}" type="presParOf" srcId="{F1483A53-B6F0-4CFC-BF49-C37ED01A6DE9}" destId="{80373134-3241-4278-8EC8-D5956D559685}" srcOrd="3" destOrd="0" presId="urn:microsoft.com/office/officeart/2008/layout/HorizontalMultiLevelHierarchy"/>
    <dgm:cxn modelId="{7D91E6B4-8F37-488D-9B3D-9834B939282F}" type="presParOf" srcId="{80373134-3241-4278-8EC8-D5956D559685}" destId="{F98E3E92-C8D1-4EF9-BAB8-5C37C5CA2AE0}" srcOrd="0" destOrd="0" presId="urn:microsoft.com/office/officeart/2008/layout/HorizontalMultiLevelHierarchy"/>
    <dgm:cxn modelId="{FDEAB463-F33C-4286-A47E-1E5A2EC877E3}" type="presParOf" srcId="{80373134-3241-4278-8EC8-D5956D559685}" destId="{AC60D2D9-65C0-492D-84DF-B19CE5C454E0}" srcOrd="1" destOrd="0" presId="urn:microsoft.com/office/officeart/2008/layout/HorizontalMultiLevelHierarchy"/>
    <dgm:cxn modelId="{FE0DB179-6CF7-40E2-ADEC-5226AE1D6E76}" type="presParOf" srcId="{AC60D2D9-65C0-492D-84DF-B19CE5C454E0}" destId="{DA7A7CC4-9E7B-4AEC-ADED-0FF98016B0B3}" srcOrd="0" destOrd="0" presId="urn:microsoft.com/office/officeart/2008/layout/HorizontalMultiLevelHierarchy"/>
    <dgm:cxn modelId="{D1395DA6-93D6-459A-9D3E-416787CCF8FE}" type="presParOf" srcId="{DA7A7CC4-9E7B-4AEC-ADED-0FF98016B0B3}" destId="{AD9BA09A-1A47-4C89-8A02-DC8CA17261AE}" srcOrd="0" destOrd="0" presId="urn:microsoft.com/office/officeart/2008/layout/HorizontalMultiLevelHierarchy"/>
    <dgm:cxn modelId="{C8969590-B71F-4935-A286-46D85A4A6218}" type="presParOf" srcId="{AC60D2D9-65C0-492D-84DF-B19CE5C454E0}" destId="{ADF373AA-BDF5-404E-91AA-178A6CF714AC}" srcOrd="1" destOrd="0" presId="urn:microsoft.com/office/officeart/2008/layout/HorizontalMultiLevelHierarchy"/>
    <dgm:cxn modelId="{CFD1A7E1-3870-4912-AA5C-C5BA1219F84E}" type="presParOf" srcId="{ADF373AA-BDF5-404E-91AA-178A6CF714AC}" destId="{AF93B810-CAEA-4019-ACAD-379DE2C3EFE6}" srcOrd="0" destOrd="0" presId="urn:microsoft.com/office/officeart/2008/layout/HorizontalMultiLevelHierarchy"/>
    <dgm:cxn modelId="{576950C6-FDD4-43FA-AFBF-AD6D42B08FB4}" type="presParOf" srcId="{ADF373AA-BDF5-404E-91AA-178A6CF714AC}" destId="{0946B0AB-C49E-42EF-BFF7-C7F6A96E3843}" srcOrd="1" destOrd="0" presId="urn:microsoft.com/office/officeart/2008/layout/HorizontalMultiLevelHierarchy"/>
    <dgm:cxn modelId="{FA48B98E-1C72-4C87-BEE3-690EE577880C}" type="presParOf" srcId="{940B1AD5-BD0B-4987-A03C-44D369005A5B}" destId="{8EB0F978-566E-4287-A3C7-D544BF0C397A}" srcOrd="2" destOrd="0" presId="urn:microsoft.com/office/officeart/2008/layout/HorizontalMultiLevelHierarchy"/>
    <dgm:cxn modelId="{B544B642-C6CF-44BE-A381-4EBD5A0A2C97}" type="presParOf" srcId="{8EB0F978-566E-4287-A3C7-D544BF0C397A}" destId="{D93513B1-9EAA-4590-843C-6D2E7E6E7A5B}" srcOrd="0" destOrd="0" presId="urn:microsoft.com/office/officeart/2008/layout/HorizontalMultiLevelHierarchy"/>
    <dgm:cxn modelId="{12C051B3-317A-4D93-B36B-50998C8D2352}" type="presParOf" srcId="{940B1AD5-BD0B-4987-A03C-44D369005A5B}" destId="{391DBE6A-71BA-4E06-BB56-675BFBD086FD}" srcOrd="3" destOrd="0" presId="urn:microsoft.com/office/officeart/2008/layout/HorizontalMultiLevelHierarchy"/>
    <dgm:cxn modelId="{4A76C8D4-17B1-47C9-80E0-9FB59E44C1E3}" type="presParOf" srcId="{391DBE6A-71BA-4E06-BB56-675BFBD086FD}" destId="{29873BBF-49BA-457A-8062-552094263C9F}" srcOrd="0" destOrd="0" presId="urn:microsoft.com/office/officeart/2008/layout/HorizontalMultiLevelHierarchy"/>
    <dgm:cxn modelId="{10A53045-22BD-404B-94A9-3DBD92A2D1C0}" type="presParOf" srcId="{391DBE6A-71BA-4E06-BB56-675BFBD086FD}" destId="{473973F0-6C02-421E-BF82-E059CCC6AB66}" srcOrd="1" destOrd="0" presId="urn:microsoft.com/office/officeart/2008/layout/HorizontalMultiLevelHierarchy"/>
    <dgm:cxn modelId="{35DBF50D-37E0-4081-BCAF-F5F42235D3EC}" type="presParOf" srcId="{473973F0-6C02-421E-BF82-E059CCC6AB66}" destId="{0C1294ED-8CEA-4F53-8C2E-4A73DEFC1E33}" srcOrd="0" destOrd="0" presId="urn:microsoft.com/office/officeart/2008/layout/HorizontalMultiLevelHierarchy"/>
    <dgm:cxn modelId="{CFEB0A6E-C37A-4FBE-AB60-9BC3CFD82DCD}" type="presParOf" srcId="{0C1294ED-8CEA-4F53-8C2E-4A73DEFC1E33}" destId="{9B3CF0AF-82C0-4AEB-BF32-534A7494FE25}" srcOrd="0" destOrd="0" presId="urn:microsoft.com/office/officeart/2008/layout/HorizontalMultiLevelHierarchy"/>
    <dgm:cxn modelId="{1A530226-37F7-4E92-9A11-BEE1880ACD75}" type="presParOf" srcId="{473973F0-6C02-421E-BF82-E059CCC6AB66}" destId="{99D77D99-0B15-4137-B3CF-3D59A36E117B}" srcOrd="1" destOrd="0" presId="urn:microsoft.com/office/officeart/2008/layout/HorizontalMultiLevelHierarchy"/>
    <dgm:cxn modelId="{E93FFB5F-65FD-4C22-A081-6FF028FFF592}" type="presParOf" srcId="{99D77D99-0B15-4137-B3CF-3D59A36E117B}" destId="{E8A29B96-43DA-46A4-8D6D-5A34BBF9F5AD}" srcOrd="0" destOrd="0" presId="urn:microsoft.com/office/officeart/2008/layout/HorizontalMultiLevelHierarchy"/>
    <dgm:cxn modelId="{1EB96016-51E5-4449-8257-645D6734B4E4}" type="presParOf" srcId="{99D77D99-0B15-4137-B3CF-3D59A36E117B}" destId="{B2B60A88-49FD-41D1-89E4-3618A2C9C9A3}" srcOrd="1" destOrd="0" presId="urn:microsoft.com/office/officeart/2008/layout/HorizontalMultiLevelHierarchy"/>
    <dgm:cxn modelId="{CD35CB1F-F440-4090-B3E3-8A4A0A4D2F9D}" type="presParOf" srcId="{B2B60A88-49FD-41D1-89E4-3618A2C9C9A3}" destId="{F153A8C3-F78E-433A-AC7E-A4CCE583F6F7}" srcOrd="0" destOrd="0" presId="urn:microsoft.com/office/officeart/2008/layout/HorizontalMultiLevelHierarchy"/>
    <dgm:cxn modelId="{BE438305-40E1-4016-89A0-6C25E06F25EA}" type="presParOf" srcId="{F153A8C3-F78E-433A-AC7E-A4CCE583F6F7}" destId="{91FE3F78-74DB-4BFD-A8F9-2BA75EEA16F4}" srcOrd="0" destOrd="0" presId="urn:microsoft.com/office/officeart/2008/layout/HorizontalMultiLevelHierarchy"/>
    <dgm:cxn modelId="{9FD42AAA-C871-4C7E-9101-31CACD5E6C97}" type="presParOf" srcId="{B2B60A88-49FD-41D1-89E4-3618A2C9C9A3}" destId="{77336137-1465-493A-986A-70C84766E7BC}" srcOrd="1" destOrd="0" presId="urn:microsoft.com/office/officeart/2008/layout/HorizontalMultiLevelHierarchy"/>
    <dgm:cxn modelId="{0ABDCB23-1812-47C4-9763-D624C04EF8E5}" type="presParOf" srcId="{77336137-1465-493A-986A-70C84766E7BC}" destId="{DAEBE812-860F-4137-889D-6F319DA5BA71}" srcOrd="0" destOrd="0" presId="urn:microsoft.com/office/officeart/2008/layout/HorizontalMultiLevelHierarchy"/>
    <dgm:cxn modelId="{B5DDFB01-A57A-4548-8326-111A988A0A86}" type="presParOf" srcId="{77336137-1465-493A-986A-70C84766E7BC}" destId="{9527F143-10A5-42A3-BBC0-610D17764951}" srcOrd="1" destOrd="0" presId="urn:microsoft.com/office/officeart/2008/layout/HorizontalMultiLevelHierarchy"/>
    <dgm:cxn modelId="{48291E2B-E948-48C0-A927-3D29705A2794}" type="presParOf" srcId="{B2B60A88-49FD-41D1-89E4-3618A2C9C9A3}" destId="{AD40942B-93C9-46DC-A006-F76D94B4468F}" srcOrd="2" destOrd="0" presId="urn:microsoft.com/office/officeart/2008/layout/HorizontalMultiLevelHierarchy"/>
    <dgm:cxn modelId="{D22A21E0-C24C-4F4C-BAF6-022362D583BE}" type="presParOf" srcId="{AD40942B-93C9-46DC-A006-F76D94B4468F}" destId="{34C0AD6B-73E3-480C-8325-A09A56DC035C}" srcOrd="0" destOrd="0" presId="urn:microsoft.com/office/officeart/2008/layout/HorizontalMultiLevelHierarchy"/>
    <dgm:cxn modelId="{A4A44A4A-85B2-4FD7-A695-02E3F2952F89}" type="presParOf" srcId="{B2B60A88-49FD-41D1-89E4-3618A2C9C9A3}" destId="{3B3F5882-F41D-41A1-A60F-CDA76C728854}" srcOrd="3" destOrd="0" presId="urn:microsoft.com/office/officeart/2008/layout/HorizontalMultiLevelHierarchy"/>
    <dgm:cxn modelId="{A1D37EB5-D0FB-49B5-8CD7-6C3AAB97FA93}" type="presParOf" srcId="{3B3F5882-F41D-41A1-A60F-CDA76C728854}" destId="{49C451BA-F6A2-4745-8F36-61173F8B379B}" srcOrd="0" destOrd="0" presId="urn:microsoft.com/office/officeart/2008/layout/HorizontalMultiLevelHierarchy"/>
    <dgm:cxn modelId="{681D5587-D324-43AA-A01F-1865570376E9}" type="presParOf" srcId="{3B3F5882-F41D-41A1-A60F-CDA76C728854}" destId="{6CF32C50-F16F-4476-BAA3-FDD941215E05}"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EF269CB-401D-485F-9AC0-79F06A925B4B}"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s-ES"/>
        </a:p>
      </dgm:t>
    </dgm:pt>
    <dgm:pt modelId="{0CA51B37-F02C-4668-B37D-6B06B1988470}">
      <dgm:prSet phldrT="[Texto]" custT="1"/>
      <dgm:spPr/>
      <dgm:t>
        <a:bodyPr/>
        <a:lstStyle/>
        <a:p>
          <a:r>
            <a:rPr lang="es-ES_tradnl" sz="1800" b="1" dirty="0"/>
            <a:t>Fuentes  ajenas</a:t>
          </a:r>
          <a:endParaRPr lang="es-ES" sz="1800" b="1" dirty="0"/>
        </a:p>
      </dgm:t>
    </dgm:pt>
    <dgm:pt modelId="{0C5241EF-937D-49A0-9F53-32B184D7C1BA}" type="parTrans" cxnId="{98EA9B33-246B-4E18-BB7D-D240FCC4CE5F}">
      <dgm:prSet/>
      <dgm:spPr/>
      <dgm:t>
        <a:bodyPr/>
        <a:lstStyle/>
        <a:p>
          <a:endParaRPr lang="es-ES" sz="1800" b="1"/>
        </a:p>
      </dgm:t>
    </dgm:pt>
    <dgm:pt modelId="{D4E11D4D-C180-439B-BBA4-A468AE0B1854}" type="sibTrans" cxnId="{98EA9B33-246B-4E18-BB7D-D240FCC4CE5F}">
      <dgm:prSet/>
      <dgm:spPr/>
      <dgm:t>
        <a:bodyPr/>
        <a:lstStyle/>
        <a:p>
          <a:endParaRPr lang="es-ES" sz="1800" b="1"/>
        </a:p>
      </dgm:t>
    </dgm:pt>
    <dgm:pt modelId="{2A7DF831-E753-4585-9554-2CC543D74873}" type="asst">
      <dgm:prSet phldrT="[Texto]" custT="1"/>
      <dgm:spPr/>
      <dgm:t>
        <a:bodyPr/>
        <a:lstStyle/>
        <a:p>
          <a:r>
            <a:rPr lang="es-ES_tradnl" sz="1800" b="1" dirty="0"/>
            <a:t>Externas</a:t>
          </a:r>
          <a:endParaRPr lang="es-ES" sz="1800" b="1" dirty="0"/>
        </a:p>
      </dgm:t>
    </dgm:pt>
    <dgm:pt modelId="{40AFCE17-E1F1-41C9-AB65-3A8EE3001125}" type="parTrans" cxnId="{3B63F134-E8F7-456D-8CB0-42035BC4A676}">
      <dgm:prSet custT="1"/>
      <dgm:spPr/>
      <dgm:t>
        <a:bodyPr/>
        <a:lstStyle/>
        <a:p>
          <a:endParaRPr lang="es-ES" sz="1800" b="1" dirty="0"/>
        </a:p>
      </dgm:t>
    </dgm:pt>
    <dgm:pt modelId="{95EC9E6A-1235-41AB-9C85-08E7F5288F0D}" type="sibTrans" cxnId="{3B63F134-E8F7-456D-8CB0-42035BC4A676}">
      <dgm:prSet/>
      <dgm:spPr/>
      <dgm:t>
        <a:bodyPr/>
        <a:lstStyle/>
        <a:p>
          <a:endParaRPr lang="es-ES" sz="1800" b="1"/>
        </a:p>
      </dgm:t>
    </dgm:pt>
    <dgm:pt modelId="{BCD8B676-1272-40D9-B824-D9973C4CE376}" type="asst">
      <dgm:prSet phldrT="[Texto]" custT="1"/>
      <dgm:spPr/>
      <dgm:t>
        <a:bodyPr/>
        <a:lstStyle/>
        <a:p>
          <a:r>
            <a:rPr lang="es-ES_tradnl" sz="1800" b="1" dirty="0"/>
            <a:t>A largo plazo (+1año)</a:t>
          </a:r>
          <a:endParaRPr lang="es-ES" sz="1800" b="1" dirty="0"/>
        </a:p>
      </dgm:t>
    </dgm:pt>
    <dgm:pt modelId="{86674D6D-1B59-48CE-B301-F1B23936D50C}" type="parTrans" cxnId="{0CD6EB42-6C63-400F-AFD4-107FF1EE6DF2}">
      <dgm:prSet custT="1"/>
      <dgm:spPr/>
      <dgm:t>
        <a:bodyPr/>
        <a:lstStyle/>
        <a:p>
          <a:endParaRPr lang="es-ES" sz="1800" b="1" dirty="0"/>
        </a:p>
      </dgm:t>
    </dgm:pt>
    <dgm:pt modelId="{B2136ABD-F8F2-4D49-8C4F-4B6A8598ADAA}" type="sibTrans" cxnId="{0CD6EB42-6C63-400F-AFD4-107FF1EE6DF2}">
      <dgm:prSet/>
      <dgm:spPr/>
      <dgm:t>
        <a:bodyPr/>
        <a:lstStyle/>
        <a:p>
          <a:endParaRPr lang="es-ES" sz="1800" b="1"/>
        </a:p>
      </dgm:t>
    </dgm:pt>
    <dgm:pt modelId="{C2D9DDA0-D8C6-47FB-B7A7-8406F7574BFD}" type="asst">
      <dgm:prSet phldrT="[Texto]" custT="1"/>
      <dgm:spPr/>
      <dgm:t>
        <a:bodyPr/>
        <a:lstStyle/>
        <a:p>
          <a:r>
            <a:rPr lang="es-ES_tradnl" sz="1800" b="1" dirty="0"/>
            <a:t>A corto plazo (-1año)</a:t>
          </a:r>
          <a:endParaRPr lang="es-ES" sz="1800" b="1" dirty="0"/>
        </a:p>
      </dgm:t>
    </dgm:pt>
    <dgm:pt modelId="{2FCAE538-5557-44D5-826F-A5AD7B9AE2FD}" type="parTrans" cxnId="{5031BFF5-66BA-46D2-A74F-061A9484A7BD}">
      <dgm:prSet custT="1"/>
      <dgm:spPr/>
      <dgm:t>
        <a:bodyPr/>
        <a:lstStyle/>
        <a:p>
          <a:endParaRPr lang="es-ES" sz="1800" b="1" dirty="0"/>
        </a:p>
      </dgm:t>
    </dgm:pt>
    <dgm:pt modelId="{6534BC6A-5346-4534-A148-0D6809E1F88A}" type="sibTrans" cxnId="{5031BFF5-66BA-46D2-A74F-061A9484A7BD}">
      <dgm:prSet/>
      <dgm:spPr/>
      <dgm:t>
        <a:bodyPr/>
        <a:lstStyle/>
        <a:p>
          <a:endParaRPr lang="es-ES" sz="1800" b="1"/>
        </a:p>
      </dgm:t>
    </dgm:pt>
    <dgm:pt modelId="{106A690B-FA59-4828-9F80-E4BC8573DBD6}" type="asst">
      <dgm:prSet phldrT="[Texto]" custT="1"/>
      <dgm:spPr/>
      <dgm:t>
        <a:bodyPr/>
        <a:lstStyle/>
        <a:p>
          <a:r>
            <a:rPr lang="es-ES_tradnl" sz="1800" b="1" dirty="0"/>
            <a:t>Préstamos bancarios</a:t>
          </a:r>
        </a:p>
      </dgm:t>
    </dgm:pt>
    <dgm:pt modelId="{CDFEF058-F809-4043-830E-23CF2A0C77E3}" type="parTrans" cxnId="{041478D3-4945-4504-B8B6-6B2654B058FD}">
      <dgm:prSet custT="1"/>
      <dgm:spPr/>
      <dgm:t>
        <a:bodyPr/>
        <a:lstStyle/>
        <a:p>
          <a:endParaRPr lang="es-ES" sz="1800" b="1" dirty="0"/>
        </a:p>
      </dgm:t>
    </dgm:pt>
    <dgm:pt modelId="{901B9693-5628-4CBA-843A-2C4294478712}" type="sibTrans" cxnId="{041478D3-4945-4504-B8B6-6B2654B058FD}">
      <dgm:prSet/>
      <dgm:spPr/>
      <dgm:t>
        <a:bodyPr/>
        <a:lstStyle/>
        <a:p>
          <a:endParaRPr lang="es-ES" sz="1800" b="1"/>
        </a:p>
      </dgm:t>
    </dgm:pt>
    <dgm:pt modelId="{EA6B5468-D683-4CA7-9956-82FA0914C88B}" type="asst">
      <dgm:prSet phldrT="[Texto]" custT="1"/>
      <dgm:spPr/>
      <dgm:t>
        <a:bodyPr/>
        <a:lstStyle/>
        <a:p>
          <a:pPr algn="ctr"/>
          <a:r>
            <a:rPr lang="es-ES_tradnl" sz="1800" b="1" dirty="0"/>
            <a:t>Créditos bancarios</a:t>
          </a:r>
          <a:endParaRPr lang="es-ES" sz="1800" b="1" dirty="0"/>
        </a:p>
      </dgm:t>
    </dgm:pt>
    <dgm:pt modelId="{9394CA98-C56A-4494-9EC1-314D4928CBAA}" type="parTrans" cxnId="{B4026824-8D55-49C6-9FB3-A295F10BBF5B}">
      <dgm:prSet custT="1"/>
      <dgm:spPr/>
      <dgm:t>
        <a:bodyPr/>
        <a:lstStyle/>
        <a:p>
          <a:endParaRPr lang="es-ES" sz="1800" b="1" dirty="0"/>
        </a:p>
      </dgm:t>
    </dgm:pt>
    <dgm:pt modelId="{1C1E2341-A66E-4C9A-835C-038F26EB5493}" type="sibTrans" cxnId="{B4026824-8D55-49C6-9FB3-A295F10BBF5B}">
      <dgm:prSet/>
      <dgm:spPr/>
      <dgm:t>
        <a:bodyPr/>
        <a:lstStyle/>
        <a:p>
          <a:endParaRPr lang="es-ES" sz="1800" b="1"/>
        </a:p>
      </dgm:t>
    </dgm:pt>
    <dgm:pt modelId="{2F27FCB5-EA43-436F-A8A9-33342BFD777F}" type="asst">
      <dgm:prSet phldrT="[Texto]" custT="1"/>
      <dgm:spPr/>
      <dgm:t>
        <a:bodyPr/>
        <a:lstStyle/>
        <a:p>
          <a:r>
            <a:rPr lang="es-ES_tradnl" sz="1800" b="1" dirty="0"/>
            <a:t>Leasing</a:t>
          </a:r>
          <a:endParaRPr lang="es-ES" sz="1800" b="1" dirty="0"/>
        </a:p>
      </dgm:t>
    </dgm:pt>
    <dgm:pt modelId="{6A625A45-3A82-4A41-8E84-EEDC5DABF6BA}" type="parTrans" cxnId="{24DEFB40-AF5B-45E8-8E73-49738F44B069}">
      <dgm:prSet custT="1"/>
      <dgm:spPr/>
      <dgm:t>
        <a:bodyPr/>
        <a:lstStyle/>
        <a:p>
          <a:endParaRPr lang="es-ES" sz="1800" dirty="0"/>
        </a:p>
      </dgm:t>
    </dgm:pt>
    <dgm:pt modelId="{CD117FDC-793E-4DA4-B022-6EE2CF682E0C}" type="sibTrans" cxnId="{24DEFB40-AF5B-45E8-8E73-49738F44B069}">
      <dgm:prSet/>
      <dgm:spPr/>
      <dgm:t>
        <a:bodyPr/>
        <a:lstStyle/>
        <a:p>
          <a:endParaRPr lang="es-ES" sz="1800"/>
        </a:p>
      </dgm:t>
    </dgm:pt>
    <dgm:pt modelId="{1A64E964-1CAA-403C-96DB-23520D190236}" type="asst">
      <dgm:prSet phldrT="[Texto]" custT="1"/>
      <dgm:spPr/>
      <dgm:t>
        <a:bodyPr/>
        <a:lstStyle/>
        <a:p>
          <a:r>
            <a:rPr lang="es-ES_tradnl" sz="1800" b="1" dirty="0"/>
            <a:t>Renting</a:t>
          </a:r>
          <a:endParaRPr lang="es-ES" sz="1800" b="1" dirty="0"/>
        </a:p>
      </dgm:t>
    </dgm:pt>
    <dgm:pt modelId="{7FC43D6C-A373-41B0-AD07-16BC0869F4F3}" type="parTrans" cxnId="{72F30F7D-ECC2-49B3-A877-E454F15B114D}">
      <dgm:prSet custT="1"/>
      <dgm:spPr/>
      <dgm:t>
        <a:bodyPr/>
        <a:lstStyle/>
        <a:p>
          <a:endParaRPr lang="es-ES" sz="1800" dirty="0"/>
        </a:p>
      </dgm:t>
    </dgm:pt>
    <dgm:pt modelId="{34BDA8C0-4C47-4818-B1A2-F34C1CF47E81}" type="sibTrans" cxnId="{72F30F7D-ECC2-49B3-A877-E454F15B114D}">
      <dgm:prSet/>
      <dgm:spPr/>
      <dgm:t>
        <a:bodyPr/>
        <a:lstStyle/>
        <a:p>
          <a:endParaRPr lang="es-ES" sz="1800"/>
        </a:p>
      </dgm:t>
    </dgm:pt>
    <dgm:pt modelId="{D6FB8DED-82A6-4CE1-BFEC-EC2D46D2702C}" type="asst">
      <dgm:prSet phldrT="[Texto]" custT="1"/>
      <dgm:spPr/>
      <dgm:t>
        <a:bodyPr/>
        <a:lstStyle/>
        <a:p>
          <a:r>
            <a:rPr lang="es-ES_tradnl" sz="1800" b="1" dirty="0"/>
            <a:t>Ayudas y subvenciones públicas</a:t>
          </a:r>
          <a:endParaRPr lang="es-ES" sz="1800" b="1" dirty="0"/>
        </a:p>
      </dgm:t>
    </dgm:pt>
    <dgm:pt modelId="{5E382B33-D8CB-4451-87B4-2E7ED8A76D73}" type="parTrans" cxnId="{3568DB80-3B11-4C2C-B999-CB8C66483819}">
      <dgm:prSet custT="1"/>
      <dgm:spPr/>
      <dgm:t>
        <a:bodyPr/>
        <a:lstStyle/>
        <a:p>
          <a:endParaRPr lang="es-ES" sz="1800" dirty="0"/>
        </a:p>
      </dgm:t>
    </dgm:pt>
    <dgm:pt modelId="{869890D0-630C-4CAA-98B1-FA630119ADE3}" type="sibTrans" cxnId="{3568DB80-3B11-4C2C-B999-CB8C66483819}">
      <dgm:prSet/>
      <dgm:spPr/>
      <dgm:t>
        <a:bodyPr/>
        <a:lstStyle/>
        <a:p>
          <a:endParaRPr lang="es-ES" sz="1800"/>
        </a:p>
      </dgm:t>
    </dgm:pt>
    <dgm:pt modelId="{0B6744E2-B265-4340-82FF-42DE8CA9ADE2}" type="asst">
      <dgm:prSet phldrT="[Texto]" custT="1"/>
      <dgm:spPr/>
      <dgm:t>
        <a:bodyPr/>
        <a:lstStyle/>
        <a:p>
          <a:r>
            <a:rPr lang="es-ES_tradnl" sz="1800" b="1" dirty="0"/>
            <a:t>Créditos bancarios</a:t>
          </a:r>
          <a:endParaRPr lang="es-ES" sz="1800" b="1" dirty="0"/>
        </a:p>
      </dgm:t>
    </dgm:pt>
    <dgm:pt modelId="{D1FF5BD0-077D-460C-8810-EA3FC50847FC}" type="parTrans" cxnId="{5039E89B-4AC8-4854-82C6-C8CC41C7647D}">
      <dgm:prSet custT="1"/>
      <dgm:spPr/>
      <dgm:t>
        <a:bodyPr/>
        <a:lstStyle/>
        <a:p>
          <a:endParaRPr lang="es-ES" sz="1800" dirty="0"/>
        </a:p>
      </dgm:t>
    </dgm:pt>
    <dgm:pt modelId="{F22A4D93-055F-466F-B820-936371D5336B}" type="sibTrans" cxnId="{5039E89B-4AC8-4854-82C6-C8CC41C7647D}">
      <dgm:prSet/>
      <dgm:spPr/>
      <dgm:t>
        <a:bodyPr/>
        <a:lstStyle/>
        <a:p>
          <a:endParaRPr lang="es-ES" sz="1800"/>
        </a:p>
      </dgm:t>
    </dgm:pt>
    <dgm:pt modelId="{956AC721-8694-47F7-9731-D69F603A398F}" type="asst">
      <dgm:prSet phldrT="[Texto]" custT="1"/>
      <dgm:spPr/>
      <dgm:t>
        <a:bodyPr/>
        <a:lstStyle/>
        <a:p>
          <a:r>
            <a:rPr lang="es-ES_tradnl" sz="1800" b="1" dirty="0"/>
            <a:t>Créditos comerciales</a:t>
          </a:r>
          <a:endParaRPr lang="es-ES" sz="1800" b="1" dirty="0"/>
        </a:p>
      </dgm:t>
    </dgm:pt>
    <dgm:pt modelId="{E439EAB9-9ABE-4C66-AE86-D2B70C094DCB}" type="parTrans" cxnId="{AD51928A-608C-4016-B487-D8BD2B143A8F}">
      <dgm:prSet custT="1"/>
      <dgm:spPr/>
      <dgm:t>
        <a:bodyPr/>
        <a:lstStyle/>
        <a:p>
          <a:endParaRPr lang="es-ES" sz="1800" dirty="0"/>
        </a:p>
      </dgm:t>
    </dgm:pt>
    <dgm:pt modelId="{3AD6C845-BA74-4645-9260-343C37E2FDE8}" type="sibTrans" cxnId="{AD51928A-608C-4016-B487-D8BD2B143A8F}">
      <dgm:prSet/>
      <dgm:spPr/>
      <dgm:t>
        <a:bodyPr/>
        <a:lstStyle/>
        <a:p>
          <a:endParaRPr lang="es-ES" sz="1800"/>
        </a:p>
      </dgm:t>
    </dgm:pt>
    <dgm:pt modelId="{46C3BE82-3817-477E-8D42-CEDA27049054}" type="asst">
      <dgm:prSet phldrT="[Texto]" custT="1"/>
      <dgm:spPr/>
      <dgm:t>
        <a:bodyPr/>
        <a:lstStyle/>
        <a:p>
          <a:r>
            <a:rPr lang="es-ES_tradnl" sz="1800" b="1" dirty="0"/>
            <a:t>Descuentos de letras y pagarés</a:t>
          </a:r>
          <a:endParaRPr lang="es-ES" sz="1800" b="1" dirty="0"/>
        </a:p>
      </dgm:t>
    </dgm:pt>
    <dgm:pt modelId="{D8F83744-1428-4CBB-93DC-F84D1B06FCA3}" type="parTrans" cxnId="{25944ED1-4AEF-476E-BE02-E3823826C5DB}">
      <dgm:prSet custT="1"/>
      <dgm:spPr/>
      <dgm:t>
        <a:bodyPr/>
        <a:lstStyle/>
        <a:p>
          <a:endParaRPr lang="es-ES" sz="1800" dirty="0"/>
        </a:p>
      </dgm:t>
    </dgm:pt>
    <dgm:pt modelId="{920251FB-5892-4398-954E-CBAD8632F7C8}" type="sibTrans" cxnId="{25944ED1-4AEF-476E-BE02-E3823826C5DB}">
      <dgm:prSet/>
      <dgm:spPr/>
      <dgm:t>
        <a:bodyPr/>
        <a:lstStyle/>
        <a:p>
          <a:endParaRPr lang="es-ES" sz="1800"/>
        </a:p>
      </dgm:t>
    </dgm:pt>
    <dgm:pt modelId="{773DFF6E-6889-4CFB-8FFA-03D649567BDB}" type="asst">
      <dgm:prSet phldrT="[Texto]" custT="1"/>
      <dgm:spPr/>
      <dgm:t>
        <a:bodyPr/>
        <a:lstStyle/>
        <a:p>
          <a:r>
            <a:rPr lang="es-ES_tradnl" sz="1800" b="1" dirty="0"/>
            <a:t>Factoring</a:t>
          </a:r>
          <a:endParaRPr lang="es-ES" sz="1800" b="1" dirty="0"/>
        </a:p>
      </dgm:t>
    </dgm:pt>
    <dgm:pt modelId="{ED2B1FC1-FF5F-41CD-8314-EAB5BC0BB636}" type="parTrans" cxnId="{F3F18872-E56A-43DE-97DB-2ED8C6E7873E}">
      <dgm:prSet custT="1"/>
      <dgm:spPr/>
      <dgm:t>
        <a:bodyPr/>
        <a:lstStyle/>
        <a:p>
          <a:endParaRPr lang="es-ES" sz="1800" dirty="0"/>
        </a:p>
      </dgm:t>
    </dgm:pt>
    <dgm:pt modelId="{59EE4E02-124C-430C-9A0D-024C2B4782AC}" type="sibTrans" cxnId="{F3F18872-E56A-43DE-97DB-2ED8C6E7873E}">
      <dgm:prSet/>
      <dgm:spPr/>
      <dgm:t>
        <a:bodyPr/>
        <a:lstStyle/>
        <a:p>
          <a:endParaRPr lang="es-ES" sz="1800"/>
        </a:p>
      </dgm:t>
    </dgm:pt>
    <dgm:pt modelId="{45CD640D-772B-4F12-B055-A7436700EA71}" type="asst">
      <dgm:prSet phldrT="[Texto]" custT="1"/>
      <dgm:spPr/>
      <dgm:t>
        <a:bodyPr/>
        <a:lstStyle/>
        <a:p>
          <a:r>
            <a:rPr lang="es-ES_tradnl" sz="1800" b="1" dirty="0"/>
            <a:t>FFF</a:t>
          </a:r>
          <a:endParaRPr lang="es-ES" sz="1800" b="1" dirty="0"/>
        </a:p>
      </dgm:t>
    </dgm:pt>
    <dgm:pt modelId="{E72B74BE-57A0-41E8-AACA-C927E5544A21}" type="parTrans" cxnId="{129F25F0-94C8-488A-AD3B-95CDB3DFFF17}">
      <dgm:prSet custT="1"/>
      <dgm:spPr/>
      <dgm:t>
        <a:bodyPr/>
        <a:lstStyle/>
        <a:p>
          <a:endParaRPr lang="es-ES" sz="1800" dirty="0"/>
        </a:p>
      </dgm:t>
    </dgm:pt>
    <dgm:pt modelId="{FBCA9422-9AE2-4E21-9721-D4525CB7ECAD}" type="sibTrans" cxnId="{129F25F0-94C8-488A-AD3B-95CDB3DFFF17}">
      <dgm:prSet/>
      <dgm:spPr/>
      <dgm:t>
        <a:bodyPr/>
        <a:lstStyle/>
        <a:p>
          <a:endParaRPr lang="es-ES" sz="1800"/>
        </a:p>
      </dgm:t>
    </dgm:pt>
    <dgm:pt modelId="{B11F1F61-0636-42F3-95FB-A2AEFD4202B6}" type="pres">
      <dgm:prSet presAssocID="{4EF269CB-401D-485F-9AC0-79F06A925B4B}" presName="Name0" presStyleCnt="0">
        <dgm:presLayoutVars>
          <dgm:chPref val="1"/>
          <dgm:dir/>
          <dgm:animOne val="branch"/>
          <dgm:animLvl val="lvl"/>
          <dgm:resizeHandles val="exact"/>
        </dgm:presLayoutVars>
      </dgm:prSet>
      <dgm:spPr/>
    </dgm:pt>
    <dgm:pt modelId="{888C25F7-F1E6-46B3-B45E-B9E96A76FB24}" type="pres">
      <dgm:prSet presAssocID="{0CA51B37-F02C-4668-B37D-6B06B1988470}" presName="root1" presStyleCnt="0"/>
      <dgm:spPr/>
    </dgm:pt>
    <dgm:pt modelId="{691709DB-A0F2-4845-8ABE-61BA8AD3694B}" type="pres">
      <dgm:prSet presAssocID="{0CA51B37-F02C-4668-B37D-6B06B1988470}" presName="LevelOneTextNode" presStyleLbl="node0" presStyleIdx="0" presStyleCnt="1" custScaleX="123816" custScaleY="84175">
        <dgm:presLayoutVars>
          <dgm:chPref val="3"/>
        </dgm:presLayoutVars>
      </dgm:prSet>
      <dgm:spPr/>
    </dgm:pt>
    <dgm:pt modelId="{940B1AD5-BD0B-4987-A03C-44D369005A5B}" type="pres">
      <dgm:prSet presAssocID="{0CA51B37-F02C-4668-B37D-6B06B1988470}" presName="level2hierChild" presStyleCnt="0"/>
      <dgm:spPr/>
    </dgm:pt>
    <dgm:pt modelId="{96AD980F-E1E2-4BAC-9DBC-35AA96B943AE}" type="pres">
      <dgm:prSet presAssocID="{40AFCE17-E1F1-41C9-AB65-3A8EE3001125}" presName="conn2-1" presStyleLbl="parChTrans1D2" presStyleIdx="0" presStyleCnt="1"/>
      <dgm:spPr/>
    </dgm:pt>
    <dgm:pt modelId="{3CC48DBE-232D-420C-B4DE-106FBFF6BB1D}" type="pres">
      <dgm:prSet presAssocID="{40AFCE17-E1F1-41C9-AB65-3A8EE3001125}" presName="connTx" presStyleLbl="parChTrans1D2" presStyleIdx="0" presStyleCnt="1"/>
      <dgm:spPr/>
    </dgm:pt>
    <dgm:pt modelId="{A6EA0BFB-F7D9-4036-8841-2A6D68F137D5}" type="pres">
      <dgm:prSet presAssocID="{2A7DF831-E753-4585-9554-2CC543D74873}" presName="root2" presStyleCnt="0"/>
      <dgm:spPr/>
    </dgm:pt>
    <dgm:pt modelId="{EF0C977B-6339-4310-B43F-228EF38C6FE8}" type="pres">
      <dgm:prSet presAssocID="{2A7DF831-E753-4585-9554-2CC543D74873}" presName="LevelTwoTextNode" presStyleLbl="asst1" presStyleIdx="0" presStyleCnt="13" custScaleY="96235">
        <dgm:presLayoutVars>
          <dgm:chPref val="3"/>
        </dgm:presLayoutVars>
      </dgm:prSet>
      <dgm:spPr/>
    </dgm:pt>
    <dgm:pt modelId="{F1483A53-B6F0-4CFC-BF49-C37ED01A6DE9}" type="pres">
      <dgm:prSet presAssocID="{2A7DF831-E753-4585-9554-2CC543D74873}" presName="level3hierChild" presStyleCnt="0"/>
      <dgm:spPr/>
    </dgm:pt>
    <dgm:pt modelId="{F9346F72-A738-4576-8123-3902BE5A7977}" type="pres">
      <dgm:prSet presAssocID="{86674D6D-1B59-48CE-B301-F1B23936D50C}" presName="conn2-1" presStyleLbl="parChTrans1D3" presStyleIdx="0" presStyleCnt="2"/>
      <dgm:spPr/>
    </dgm:pt>
    <dgm:pt modelId="{4F7B1D95-6135-4912-BC0A-491A82AAAE0B}" type="pres">
      <dgm:prSet presAssocID="{86674D6D-1B59-48CE-B301-F1B23936D50C}" presName="connTx" presStyleLbl="parChTrans1D3" presStyleIdx="0" presStyleCnt="2"/>
      <dgm:spPr/>
    </dgm:pt>
    <dgm:pt modelId="{D551A539-6C39-4969-93E2-1A939F4B27D7}" type="pres">
      <dgm:prSet presAssocID="{BCD8B676-1272-40D9-B824-D9973C4CE376}" presName="root2" presStyleCnt="0"/>
      <dgm:spPr/>
    </dgm:pt>
    <dgm:pt modelId="{F179E934-3B52-468A-B69F-F547022E9828}" type="pres">
      <dgm:prSet presAssocID="{BCD8B676-1272-40D9-B824-D9973C4CE376}" presName="LevelTwoTextNode" presStyleLbl="asst1" presStyleIdx="1" presStyleCnt="13" custScaleX="237743" custScaleY="111556">
        <dgm:presLayoutVars>
          <dgm:chPref val="3"/>
        </dgm:presLayoutVars>
      </dgm:prSet>
      <dgm:spPr/>
    </dgm:pt>
    <dgm:pt modelId="{078A17A9-56B1-4642-9F26-55D6537E2BE6}" type="pres">
      <dgm:prSet presAssocID="{BCD8B676-1272-40D9-B824-D9973C4CE376}" presName="level3hierChild" presStyleCnt="0"/>
      <dgm:spPr/>
    </dgm:pt>
    <dgm:pt modelId="{599C1C7E-3EA0-420B-97B4-4036901FD486}" type="pres">
      <dgm:prSet presAssocID="{CDFEF058-F809-4043-830E-23CF2A0C77E3}" presName="conn2-1" presStyleLbl="parChTrans1D4" presStyleIdx="0" presStyleCnt="10"/>
      <dgm:spPr/>
    </dgm:pt>
    <dgm:pt modelId="{B2BDFDBE-FC08-48A6-80AA-78EB238A249D}" type="pres">
      <dgm:prSet presAssocID="{CDFEF058-F809-4043-830E-23CF2A0C77E3}" presName="connTx" presStyleLbl="parChTrans1D4" presStyleIdx="0" presStyleCnt="10"/>
      <dgm:spPr/>
    </dgm:pt>
    <dgm:pt modelId="{98F5CF5C-4113-4372-99EC-660C07D4B4BA}" type="pres">
      <dgm:prSet presAssocID="{106A690B-FA59-4828-9F80-E4BC8573DBD6}" presName="root2" presStyleCnt="0"/>
      <dgm:spPr/>
    </dgm:pt>
    <dgm:pt modelId="{F1957D2F-690E-4067-9C70-E8C791B97463}" type="pres">
      <dgm:prSet presAssocID="{106A690B-FA59-4828-9F80-E4BC8573DBD6}" presName="LevelTwoTextNode" presStyleLbl="asst1" presStyleIdx="2" presStyleCnt="13" custScaleX="188550" custScaleY="102702">
        <dgm:presLayoutVars>
          <dgm:chPref val="3"/>
        </dgm:presLayoutVars>
      </dgm:prSet>
      <dgm:spPr/>
    </dgm:pt>
    <dgm:pt modelId="{3F50BF85-B740-4B7E-82AF-04C6755EA6BA}" type="pres">
      <dgm:prSet presAssocID="{106A690B-FA59-4828-9F80-E4BC8573DBD6}" presName="level3hierChild" presStyleCnt="0"/>
      <dgm:spPr/>
    </dgm:pt>
    <dgm:pt modelId="{C70A6F3B-875D-4BFA-A1E1-1BDDCEEDD0D9}" type="pres">
      <dgm:prSet presAssocID="{9394CA98-C56A-4494-9EC1-314D4928CBAA}" presName="conn2-1" presStyleLbl="parChTrans1D4" presStyleIdx="1" presStyleCnt="10"/>
      <dgm:spPr/>
    </dgm:pt>
    <dgm:pt modelId="{11DF1F42-B25E-46A4-B92B-6D9A236DC1DD}" type="pres">
      <dgm:prSet presAssocID="{9394CA98-C56A-4494-9EC1-314D4928CBAA}" presName="connTx" presStyleLbl="parChTrans1D4" presStyleIdx="1" presStyleCnt="10"/>
      <dgm:spPr/>
    </dgm:pt>
    <dgm:pt modelId="{F351F71E-2054-4CE3-991D-48B64E6808B5}" type="pres">
      <dgm:prSet presAssocID="{EA6B5468-D683-4CA7-9956-82FA0914C88B}" presName="root2" presStyleCnt="0"/>
      <dgm:spPr/>
    </dgm:pt>
    <dgm:pt modelId="{49D4FD42-A670-461A-BA7E-06221FAAC6E1}" type="pres">
      <dgm:prSet presAssocID="{EA6B5468-D683-4CA7-9956-82FA0914C88B}" presName="LevelTwoTextNode" presStyleLbl="asst1" presStyleIdx="3" presStyleCnt="13" custScaleX="191245" custScaleY="89631">
        <dgm:presLayoutVars>
          <dgm:chPref val="3"/>
        </dgm:presLayoutVars>
      </dgm:prSet>
      <dgm:spPr/>
    </dgm:pt>
    <dgm:pt modelId="{1CCD8C9A-660E-4EB9-90EC-B2AD2D6F6898}" type="pres">
      <dgm:prSet presAssocID="{EA6B5468-D683-4CA7-9956-82FA0914C88B}" presName="level3hierChild" presStyleCnt="0"/>
      <dgm:spPr/>
    </dgm:pt>
    <dgm:pt modelId="{FD69E2EA-15AC-4029-9852-C3E951F0CA2D}" type="pres">
      <dgm:prSet presAssocID="{6A625A45-3A82-4A41-8E84-EEDC5DABF6BA}" presName="conn2-1" presStyleLbl="parChTrans1D4" presStyleIdx="2" presStyleCnt="10"/>
      <dgm:spPr/>
    </dgm:pt>
    <dgm:pt modelId="{C7FDF5A5-6D25-48CF-A841-9C8F804A772D}" type="pres">
      <dgm:prSet presAssocID="{6A625A45-3A82-4A41-8E84-EEDC5DABF6BA}" presName="connTx" presStyleLbl="parChTrans1D4" presStyleIdx="2" presStyleCnt="10"/>
      <dgm:spPr/>
    </dgm:pt>
    <dgm:pt modelId="{D54BF26D-2696-453E-B179-1FEEB36CD917}" type="pres">
      <dgm:prSet presAssocID="{2F27FCB5-EA43-436F-A8A9-33342BFD777F}" presName="root2" presStyleCnt="0"/>
      <dgm:spPr/>
    </dgm:pt>
    <dgm:pt modelId="{280C0B2A-AC7A-43D6-987A-5CE75170D6C5}" type="pres">
      <dgm:prSet presAssocID="{2F27FCB5-EA43-436F-A8A9-33342BFD777F}" presName="LevelTwoTextNode" presStyleLbl="asst1" presStyleIdx="4" presStyleCnt="13" custScaleX="105335" custScaleY="68616">
        <dgm:presLayoutVars>
          <dgm:chPref val="3"/>
        </dgm:presLayoutVars>
      </dgm:prSet>
      <dgm:spPr/>
    </dgm:pt>
    <dgm:pt modelId="{0A66B1F4-5BD3-4213-9C59-4F5BD46A64BD}" type="pres">
      <dgm:prSet presAssocID="{2F27FCB5-EA43-436F-A8A9-33342BFD777F}" presName="level3hierChild" presStyleCnt="0"/>
      <dgm:spPr/>
    </dgm:pt>
    <dgm:pt modelId="{EB1566C3-2F33-47A3-B131-0A6077A42673}" type="pres">
      <dgm:prSet presAssocID="{7FC43D6C-A373-41B0-AD07-16BC0869F4F3}" presName="conn2-1" presStyleLbl="parChTrans1D4" presStyleIdx="3" presStyleCnt="10"/>
      <dgm:spPr/>
    </dgm:pt>
    <dgm:pt modelId="{00EA1183-2FE9-48A9-A8E6-D610BAEF9A2A}" type="pres">
      <dgm:prSet presAssocID="{7FC43D6C-A373-41B0-AD07-16BC0869F4F3}" presName="connTx" presStyleLbl="parChTrans1D4" presStyleIdx="3" presStyleCnt="10"/>
      <dgm:spPr/>
    </dgm:pt>
    <dgm:pt modelId="{E6556AF8-98C8-4242-AFEA-87B0E4CC7622}" type="pres">
      <dgm:prSet presAssocID="{1A64E964-1CAA-403C-96DB-23520D190236}" presName="root2" presStyleCnt="0"/>
      <dgm:spPr/>
    </dgm:pt>
    <dgm:pt modelId="{55A7854C-3BE0-45FF-9750-AC84B4DB320A}" type="pres">
      <dgm:prSet presAssocID="{1A64E964-1CAA-403C-96DB-23520D190236}" presName="LevelTwoTextNode" presStyleLbl="asst1" presStyleIdx="5" presStyleCnt="13" custScaleX="107297" custScaleY="58942">
        <dgm:presLayoutVars>
          <dgm:chPref val="3"/>
        </dgm:presLayoutVars>
      </dgm:prSet>
      <dgm:spPr/>
    </dgm:pt>
    <dgm:pt modelId="{F036CAC9-BC39-46C6-B9DD-41DB5CA8FAAF}" type="pres">
      <dgm:prSet presAssocID="{1A64E964-1CAA-403C-96DB-23520D190236}" presName="level3hierChild" presStyleCnt="0"/>
      <dgm:spPr/>
    </dgm:pt>
    <dgm:pt modelId="{A0D90494-7174-4D49-9F12-73DB40B53947}" type="pres">
      <dgm:prSet presAssocID="{5E382B33-D8CB-4451-87B4-2E7ED8A76D73}" presName="conn2-1" presStyleLbl="parChTrans1D4" presStyleIdx="4" presStyleCnt="10"/>
      <dgm:spPr/>
    </dgm:pt>
    <dgm:pt modelId="{67B50655-F5E3-455C-950B-40B553F1A46D}" type="pres">
      <dgm:prSet presAssocID="{5E382B33-D8CB-4451-87B4-2E7ED8A76D73}" presName="connTx" presStyleLbl="parChTrans1D4" presStyleIdx="4" presStyleCnt="10"/>
      <dgm:spPr/>
    </dgm:pt>
    <dgm:pt modelId="{6CECCACF-89BF-4526-A29D-0EF78CAF4F83}" type="pres">
      <dgm:prSet presAssocID="{D6FB8DED-82A6-4CE1-BFEC-EC2D46D2702C}" presName="root2" presStyleCnt="0"/>
      <dgm:spPr/>
    </dgm:pt>
    <dgm:pt modelId="{5F1465BF-861F-4753-A6A6-9DD90C4ECD4B}" type="pres">
      <dgm:prSet presAssocID="{D6FB8DED-82A6-4CE1-BFEC-EC2D46D2702C}" presName="LevelTwoTextNode" presStyleLbl="asst1" presStyleIdx="6" presStyleCnt="13" custScaleX="251519" custScaleY="114021">
        <dgm:presLayoutVars>
          <dgm:chPref val="3"/>
        </dgm:presLayoutVars>
      </dgm:prSet>
      <dgm:spPr/>
    </dgm:pt>
    <dgm:pt modelId="{F0D1D142-4189-4EA4-B12F-FFD2267191A4}" type="pres">
      <dgm:prSet presAssocID="{D6FB8DED-82A6-4CE1-BFEC-EC2D46D2702C}" presName="level3hierChild" presStyleCnt="0"/>
      <dgm:spPr/>
    </dgm:pt>
    <dgm:pt modelId="{3D4B9D69-A7BD-40A3-8BB3-A0148B929B4F}" type="pres">
      <dgm:prSet presAssocID="{2FCAE538-5557-44D5-826F-A5AD7B9AE2FD}" presName="conn2-1" presStyleLbl="parChTrans1D3" presStyleIdx="1" presStyleCnt="2"/>
      <dgm:spPr/>
    </dgm:pt>
    <dgm:pt modelId="{3BF55987-0284-436E-9A3E-6C706147DF2E}" type="pres">
      <dgm:prSet presAssocID="{2FCAE538-5557-44D5-826F-A5AD7B9AE2FD}" presName="connTx" presStyleLbl="parChTrans1D3" presStyleIdx="1" presStyleCnt="2"/>
      <dgm:spPr/>
    </dgm:pt>
    <dgm:pt modelId="{80373134-3241-4278-8EC8-D5956D559685}" type="pres">
      <dgm:prSet presAssocID="{C2D9DDA0-D8C6-47FB-B7A7-8406F7574BFD}" presName="root2" presStyleCnt="0"/>
      <dgm:spPr/>
    </dgm:pt>
    <dgm:pt modelId="{F98E3E92-C8D1-4EF9-BAB8-5C37C5CA2AE0}" type="pres">
      <dgm:prSet presAssocID="{C2D9DDA0-D8C6-47FB-B7A7-8406F7574BFD}" presName="LevelTwoTextNode" presStyleLbl="asst1" presStyleIdx="7" presStyleCnt="13" custScaleX="205705" custScaleY="140920">
        <dgm:presLayoutVars>
          <dgm:chPref val="3"/>
        </dgm:presLayoutVars>
      </dgm:prSet>
      <dgm:spPr/>
    </dgm:pt>
    <dgm:pt modelId="{AC60D2D9-65C0-492D-84DF-B19CE5C454E0}" type="pres">
      <dgm:prSet presAssocID="{C2D9DDA0-D8C6-47FB-B7A7-8406F7574BFD}" presName="level3hierChild" presStyleCnt="0"/>
      <dgm:spPr/>
    </dgm:pt>
    <dgm:pt modelId="{18F52B66-1C20-4089-AD5D-C853E50C52EB}" type="pres">
      <dgm:prSet presAssocID="{D1FF5BD0-077D-460C-8810-EA3FC50847FC}" presName="conn2-1" presStyleLbl="parChTrans1D4" presStyleIdx="5" presStyleCnt="10"/>
      <dgm:spPr/>
    </dgm:pt>
    <dgm:pt modelId="{ACAF20E1-D2F3-4184-9B57-CF39FB802D71}" type="pres">
      <dgm:prSet presAssocID="{D1FF5BD0-077D-460C-8810-EA3FC50847FC}" presName="connTx" presStyleLbl="parChTrans1D4" presStyleIdx="5" presStyleCnt="10"/>
      <dgm:spPr/>
    </dgm:pt>
    <dgm:pt modelId="{E56C8BC0-A080-44B5-9367-F8E06024BA69}" type="pres">
      <dgm:prSet presAssocID="{0B6744E2-B265-4340-82FF-42DE8CA9ADE2}" presName="root2" presStyleCnt="0"/>
      <dgm:spPr/>
    </dgm:pt>
    <dgm:pt modelId="{D3A41992-F01F-4152-BD86-70CA92898333}" type="pres">
      <dgm:prSet presAssocID="{0B6744E2-B265-4340-82FF-42DE8CA9ADE2}" presName="LevelTwoTextNode" presStyleLbl="asst1" presStyleIdx="8" presStyleCnt="13" custScaleX="189723">
        <dgm:presLayoutVars>
          <dgm:chPref val="3"/>
        </dgm:presLayoutVars>
      </dgm:prSet>
      <dgm:spPr/>
    </dgm:pt>
    <dgm:pt modelId="{D9C8B013-5B0C-4EEF-946E-CC658EED826E}" type="pres">
      <dgm:prSet presAssocID="{0B6744E2-B265-4340-82FF-42DE8CA9ADE2}" presName="level3hierChild" presStyleCnt="0"/>
      <dgm:spPr/>
    </dgm:pt>
    <dgm:pt modelId="{C62CA9A5-6CD0-4EF0-85EB-0D8264E72EA6}" type="pres">
      <dgm:prSet presAssocID="{E439EAB9-9ABE-4C66-AE86-D2B70C094DCB}" presName="conn2-1" presStyleLbl="parChTrans1D4" presStyleIdx="6" presStyleCnt="10"/>
      <dgm:spPr/>
    </dgm:pt>
    <dgm:pt modelId="{8AC8E5EE-3D9B-49BB-A9B4-36372B0B4BF7}" type="pres">
      <dgm:prSet presAssocID="{E439EAB9-9ABE-4C66-AE86-D2B70C094DCB}" presName="connTx" presStyleLbl="parChTrans1D4" presStyleIdx="6" presStyleCnt="10"/>
      <dgm:spPr/>
    </dgm:pt>
    <dgm:pt modelId="{D05541BF-9FF6-4520-AE26-76A472E75906}" type="pres">
      <dgm:prSet presAssocID="{956AC721-8694-47F7-9731-D69F603A398F}" presName="root2" presStyleCnt="0"/>
      <dgm:spPr/>
    </dgm:pt>
    <dgm:pt modelId="{D584AF98-38D7-408A-982B-79F4EE11478C}" type="pres">
      <dgm:prSet presAssocID="{956AC721-8694-47F7-9731-D69F603A398F}" presName="LevelTwoTextNode" presStyleLbl="asst1" presStyleIdx="9" presStyleCnt="13" custScaleX="189255">
        <dgm:presLayoutVars>
          <dgm:chPref val="3"/>
        </dgm:presLayoutVars>
      </dgm:prSet>
      <dgm:spPr/>
    </dgm:pt>
    <dgm:pt modelId="{8DF31BE1-6F52-4DFF-9D23-88E83263FD39}" type="pres">
      <dgm:prSet presAssocID="{956AC721-8694-47F7-9731-D69F603A398F}" presName="level3hierChild" presStyleCnt="0"/>
      <dgm:spPr/>
    </dgm:pt>
    <dgm:pt modelId="{62A03D6D-6CF7-4ADF-8538-32B709B3D1AE}" type="pres">
      <dgm:prSet presAssocID="{D8F83744-1428-4CBB-93DC-F84D1B06FCA3}" presName="conn2-1" presStyleLbl="parChTrans1D4" presStyleIdx="7" presStyleCnt="10"/>
      <dgm:spPr/>
    </dgm:pt>
    <dgm:pt modelId="{0AE5B986-A336-4580-9833-EB2B0F406646}" type="pres">
      <dgm:prSet presAssocID="{D8F83744-1428-4CBB-93DC-F84D1B06FCA3}" presName="connTx" presStyleLbl="parChTrans1D4" presStyleIdx="7" presStyleCnt="10"/>
      <dgm:spPr/>
    </dgm:pt>
    <dgm:pt modelId="{F0D0E028-B0DB-4216-AE49-D02FADBD0D9A}" type="pres">
      <dgm:prSet presAssocID="{46C3BE82-3817-477E-8D42-CEDA27049054}" presName="root2" presStyleCnt="0"/>
      <dgm:spPr/>
    </dgm:pt>
    <dgm:pt modelId="{B02F5B8E-B016-4E7B-9698-75C3A60BFF9F}" type="pres">
      <dgm:prSet presAssocID="{46C3BE82-3817-477E-8D42-CEDA27049054}" presName="LevelTwoTextNode" presStyleLbl="asst1" presStyleIdx="10" presStyleCnt="13" custScaleX="289000" custScaleY="88268">
        <dgm:presLayoutVars>
          <dgm:chPref val="3"/>
        </dgm:presLayoutVars>
      </dgm:prSet>
      <dgm:spPr/>
    </dgm:pt>
    <dgm:pt modelId="{99858434-25D1-493A-B4F7-9C6A7199A5CD}" type="pres">
      <dgm:prSet presAssocID="{46C3BE82-3817-477E-8D42-CEDA27049054}" presName="level3hierChild" presStyleCnt="0"/>
      <dgm:spPr/>
    </dgm:pt>
    <dgm:pt modelId="{4847A860-7632-4F70-A2F0-427B420E3A6A}" type="pres">
      <dgm:prSet presAssocID="{ED2B1FC1-FF5F-41CD-8314-EAB5BC0BB636}" presName="conn2-1" presStyleLbl="parChTrans1D4" presStyleIdx="8" presStyleCnt="10"/>
      <dgm:spPr/>
    </dgm:pt>
    <dgm:pt modelId="{0BAB1FC3-3F72-40A8-BEB3-BFD4B98078F0}" type="pres">
      <dgm:prSet presAssocID="{ED2B1FC1-FF5F-41CD-8314-EAB5BC0BB636}" presName="connTx" presStyleLbl="parChTrans1D4" presStyleIdx="8" presStyleCnt="10"/>
      <dgm:spPr/>
    </dgm:pt>
    <dgm:pt modelId="{7B68B8B4-580D-4ABD-8EF0-555678CA98B3}" type="pres">
      <dgm:prSet presAssocID="{773DFF6E-6889-4CFB-8FFA-03D649567BDB}" presName="root2" presStyleCnt="0"/>
      <dgm:spPr/>
    </dgm:pt>
    <dgm:pt modelId="{1B8CA5D2-BFDD-4AA6-AA79-1A2D4BC4701B}" type="pres">
      <dgm:prSet presAssocID="{773DFF6E-6889-4CFB-8FFA-03D649567BDB}" presName="LevelTwoTextNode" presStyleLbl="asst1" presStyleIdx="11" presStyleCnt="13">
        <dgm:presLayoutVars>
          <dgm:chPref val="3"/>
        </dgm:presLayoutVars>
      </dgm:prSet>
      <dgm:spPr/>
    </dgm:pt>
    <dgm:pt modelId="{F6C2A8CF-9BC0-4563-A687-40CE04D032D9}" type="pres">
      <dgm:prSet presAssocID="{773DFF6E-6889-4CFB-8FFA-03D649567BDB}" presName="level3hierChild" presStyleCnt="0"/>
      <dgm:spPr/>
    </dgm:pt>
    <dgm:pt modelId="{4641606F-C361-45DF-84A2-BE7EA9AB5545}" type="pres">
      <dgm:prSet presAssocID="{E72B74BE-57A0-41E8-AACA-C927E5544A21}" presName="conn2-1" presStyleLbl="parChTrans1D4" presStyleIdx="9" presStyleCnt="10"/>
      <dgm:spPr/>
    </dgm:pt>
    <dgm:pt modelId="{B7C53526-2D67-4DEB-AC2F-51C327CF04F7}" type="pres">
      <dgm:prSet presAssocID="{E72B74BE-57A0-41E8-AACA-C927E5544A21}" presName="connTx" presStyleLbl="parChTrans1D4" presStyleIdx="9" presStyleCnt="10"/>
      <dgm:spPr/>
    </dgm:pt>
    <dgm:pt modelId="{82114EF9-8161-452B-BFE7-0546C4BB93EA}" type="pres">
      <dgm:prSet presAssocID="{45CD640D-772B-4F12-B055-A7436700EA71}" presName="root2" presStyleCnt="0"/>
      <dgm:spPr/>
    </dgm:pt>
    <dgm:pt modelId="{6B9C539E-4C78-4B80-9852-C55C2D371E04}" type="pres">
      <dgm:prSet presAssocID="{45CD640D-772B-4F12-B055-A7436700EA71}" presName="LevelTwoTextNode" presStyleLbl="asst1" presStyleIdx="12" presStyleCnt="13" custScaleX="99373" custScaleY="98981">
        <dgm:presLayoutVars>
          <dgm:chPref val="3"/>
        </dgm:presLayoutVars>
      </dgm:prSet>
      <dgm:spPr/>
    </dgm:pt>
    <dgm:pt modelId="{7E9AA01F-E659-4C7B-8323-DA8FBA68126B}" type="pres">
      <dgm:prSet presAssocID="{45CD640D-772B-4F12-B055-A7436700EA71}" presName="level3hierChild" presStyleCnt="0"/>
      <dgm:spPr/>
    </dgm:pt>
  </dgm:ptLst>
  <dgm:cxnLst>
    <dgm:cxn modelId="{8A57C004-F97E-49A9-A209-D912DC407397}" type="presOf" srcId="{E439EAB9-9ABE-4C66-AE86-D2B70C094DCB}" destId="{C62CA9A5-6CD0-4EF0-85EB-0D8264E72EA6}" srcOrd="0" destOrd="0" presId="urn:microsoft.com/office/officeart/2008/layout/HorizontalMultiLevelHierarchy"/>
    <dgm:cxn modelId="{732FBD08-0685-4B1A-AA5D-09DA9EEEAD5D}" type="presOf" srcId="{ED2B1FC1-FF5F-41CD-8314-EAB5BC0BB636}" destId="{0BAB1FC3-3F72-40A8-BEB3-BFD4B98078F0}" srcOrd="1" destOrd="0" presId="urn:microsoft.com/office/officeart/2008/layout/HorizontalMultiLevelHierarchy"/>
    <dgm:cxn modelId="{AF24630A-3390-4836-9D10-7A59EFBB99FE}" type="presOf" srcId="{D8F83744-1428-4CBB-93DC-F84D1B06FCA3}" destId="{0AE5B986-A336-4580-9833-EB2B0F406646}" srcOrd="1" destOrd="0" presId="urn:microsoft.com/office/officeart/2008/layout/HorizontalMultiLevelHierarchy"/>
    <dgm:cxn modelId="{F3998514-F61F-4863-88BF-4ACD35CBA1B4}" type="presOf" srcId="{CDFEF058-F809-4043-830E-23CF2A0C77E3}" destId="{B2BDFDBE-FC08-48A6-80AA-78EB238A249D}" srcOrd="1" destOrd="0" presId="urn:microsoft.com/office/officeart/2008/layout/HorizontalMultiLevelHierarchy"/>
    <dgm:cxn modelId="{B60E5E19-200A-48CF-98A5-751650AE2068}" type="presOf" srcId="{6A625A45-3A82-4A41-8E84-EEDC5DABF6BA}" destId="{FD69E2EA-15AC-4029-9852-C3E951F0CA2D}" srcOrd="0" destOrd="0" presId="urn:microsoft.com/office/officeart/2008/layout/HorizontalMultiLevelHierarchy"/>
    <dgm:cxn modelId="{60076223-1CCA-4914-A554-B911FE3FD573}" type="presOf" srcId="{4EF269CB-401D-485F-9AC0-79F06A925B4B}" destId="{B11F1F61-0636-42F3-95FB-A2AEFD4202B6}" srcOrd="0" destOrd="0" presId="urn:microsoft.com/office/officeart/2008/layout/HorizontalMultiLevelHierarchy"/>
    <dgm:cxn modelId="{B4026824-8D55-49C6-9FB3-A295F10BBF5B}" srcId="{BCD8B676-1272-40D9-B824-D9973C4CE376}" destId="{EA6B5468-D683-4CA7-9956-82FA0914C88B}" srcOrd="1" destOrd="0" parTransId="{9394CA98-C56A-4494-9EC1-314D4928CBAA}" sibTransId="{1C1E2341-A66E-4C9A-835C-038F26EB5493}"/>
    <dgm:cxn modelId="{BA2D952B-C50D-4986-8640-37D7ABDF9482}" type="presOf" srcId="{46C3BE82-3817-477E-8D42-CEDA27049054}" destId="{B02F5B8E-B016-4E7B-9698-75C3A60BFF9F}" srcOrd="0" destOrd="0" presId="urn:microsoft.com/office/officeart/2008/layout/HorizontalMultiLevelHierarchy"/>
    <dgm:cxn modelId="{A4475133-4BD3-4DE2-ABF7-600DFD9E3C5C}" type="presOf" srcId="{CDFEF058-F809-4043-830E-23CF2A0C77E3}" destId="{599C1C7E-3EA0-420B-97B4-4036901FD486}" srcOrd="0" destOrd="0" presId="urn:microsoft.com/office/officeart/2008/layout/HorizontalMultiLevelHierarchy"/>
    <dgm:cxn modelId="{98EA9B33-246B-4E18-BB7D-D240FCC4CE5F}" srcId="{4EF269CB-401D-485F-9AC0-79F06A925B4B}" destId="{0CA51B37-F02C-4668-B37D-6B06B1988470}" srcOrd="0" destOrd="0" parTransId="{0C5241EF-937D-49A0-9F53-32B184D7C1BA}" sibTransId="{D4E11D4D-C180-439B-BBA4-A468AE0B1854}"/>
    <dgm:cxn modelId="{3B63F134-E8F7-456D-8CB0-42035BC4A676}" srcId="{0CA51B37-F02C-4668-B37D-6B06B1988470}" destId="{2A7DF831-E753-4585-9554-2CC543D74873}" srcOrd="0" destOrd="0" parTransId="{40AFCE17-E1F1-41C9-AB65-3A8EE3001125}" sibTransId="{95EC9E6A-1235-41AB-9C85-08E7F5288F0D}"/>
    <dgm:cxn modelId="{16A20336-DC48-4013-A1A7-F2264C6F2396}" type="presOf" srcId="{EA6B5468-D683-4CA7-9956-82FA0914C88B}" destId="{49D4FD42-A670-461A-BA7E-06221FAAC6E1}" srcOrd="0" destOrd="0" presId="urn:microsoft.com/office/officeart/2008/layout/HorizontalMultiLevelHierarchy"/>
    <dgm:cxn modelId="{12F31536-E468-4C79-AB15-D64E8EB6BB54}" type="presOf" srcId="{BCD8B676-1272-40D9-B824-D9973C4CE376}" destId="{F179E934-3B52-468A-B69F-F547022E9828}" srcOrd="0" destOrd="0" presId="urn:microsoft.com/office/officeart/2008/layout/HorizontalMultiLevelHierarchy"/>
    <dgm:cxn modelId="{74419C39-CC0E-47A9-B4E7-A55DEE566A2C}" type="presOf" srcId="{9394CA98-C56A-4494-9EC1-314D4928CBAA}" destId="{11DF1F42-B25E-46A4-B92B-6D9A236DC1DD}" srcOrd="1" destOrd="0" presId="urn:microsoft.com/office/officeart/2008/layout/HorizontalMultiLevelHierarchy"/>
    <dgm:cxn modelId="{24DEFB40-AF5B-45E8-8E73-49738F44B069}" srcId="{BCD8B676-1272-40D9-B824-D9973C4CE376}" destId="{2F27FCB5-EA43-436F-A8A9-33342BFD777F}" srcOrd="2" destOrd="0" parTransId="{6A625A45-3A82-4A41-8E84-EEDC5DABF6BA}" sibTransId="{CD117FDC-793E-4DA4-B022-6EE2CF682E0C}"/>
    <dgm:cxn modelId="{1F66CC5F-5BB8-455C-8CBA-D78728152C58}" type="presOf" srcId="{D8F83744-1428-4CBB-93DC-F84D1B06FCA3}" destId="{62A03D6D-6CF7-4ADF-8538-32B709B3D1AE}" srcOrd="0" destOrd="0" presId="urn:microsoft.com/office/officeart/2008/layout/HorizontalMultiLevelHierarchy"/>
    <dgm:cxn modelId="{1734F161-F23D-45E0-AC79-FF21C9332F02}" type="presOf" srcId="{D1FF5BD0-077D-460C-8810-EA3FC50847FC}" destId="{ACAF20E1-D2F3-4184-9B57-CF39FB802D71}" srcOrd="1" destOrd="0" presId="urn:microsoft.com/office/officeart/2008/layout/HorizontalMultiLevelHierarchy"/>
    <dgm:cxn modelId="{0CD6EB42-6C63-400F-AFD4-107FF1EE6DF2}" srcId="{2A7DF831-E753-4585-9554-2CC543D74873}" destId="{BCD8B676-1272-40D9-B824-D9973C4CE376}" srcOrd="0" destOrd="0" parTransId="{86674D6D-1B59-48CE-B301-F1B23936D50C}" sibTransId="{B2136ABD-F8F2-4D49-8C4F-4B6A8598ADAA}"/>
    <dgm:cxn modelId="{672BA945-9DFF-4FCC-A170-0B5813CB18B8}" type="presOf" srcId="{5E382B33-D8CB-4451-87B4-2E7ED8A76D73}" destId="{A0D90494-7174-4D49-9F12-73DB40B53947}" srcOrd="0" destOrd="0" presId="urn:microsoft.com/office/officeart/2008/layout/HorizontalMultiLevelHierarchy"/>
    <dgm:cxn modelId="{1EBF4F67-77DA-4789-A32F-2E4F1FF417AE}" type="presOf" srcId="{ED2B1FC1-FF5F-41CD-8314-EAB5BC0BB636}" destId="{4847A860-7632-4F70-A2F0-427B420E3A6A}" srcOrd="0" destOrd="0" presId="urn:microsoft.com/office/officeart/2008/layout/HorizontalMultiLevelHierarchy"/>
    <dgm:cxn modelId="{11054149-4D73-4B00-8E88-774181C1EF0B}" type="presOf" srcId="{45CD640D-772B-4F12-B055-A7436700EA71}" destId="{6B9C539E-4C78-4B80-9852-C55C2D371E04}" srcOrd="0" destOrd="0" presId="urn:microsoft.com/office/officeart/2008/layout/HorizontalMultiLevelHierarchy"/>
    <dgm:cxn modelId="{25859F6C-BE65-439E-B545-29A5A880388E}" type="presOf" srcId="{106A690B-FA59-4828-9F80-E4BC8573DBD6}" destId="{F1957D2F-690E-4067-9C70-E8C791B97463}" srcOrd="0" destOrd="0" presId="urn:microsoft.com/office/officeart/2008/layout/HorizontalMultiLevelHierarchy"/>
    <dgm:cxn modelId="{2DE0C74E-BB0F-45F2-B904-86A000C2F063}" type="presOf" srcId="{5E382B33-D8CB-4451-87B4-2E7ED8A76D73}" destId="{67B50655-F5E3-455C-950B-40B553F1A46D}" srcOrd="1" destOrd="0" presId="urn:microsoft.com/office/officeart/2008/layout/HorizontalMultiLevelHierarchy"/>
    <dgm:cxn modelId="{F3F18872-E56A-43DE-97DB-2ED8C6E7873E}" srcId="{C2D9DDA0-D8C6-47FB-B7A7-8406F7574BFD}" destId="{773DFF6E-6889-4CFB-8FFA-03D649567BDB}" srcOrd="3" destOrd="0" parTransId="{ED2B1FC1-FF5F-41CD-8314-EAB5BC0BB636}" sibTransId="{59EE4E02-124C-430C-9A0D-024C2B4782AC}"/>
    <dgm:cxn modelId="{8170A472-4B8C-460E-A3E7-7BF31BE69987}" type="presOf" srcId="{7FC43D6C-A373-41B0-AD07-16BC0869F4F3}" destId="{EB1566C3-2F33-47A3-B131-0A6077A42673}" srcOrd="0" destOrd="0" presId="urn:microsoft.com/office/officeart/2008/layout/HorizontalMultiLevelHierarchy"/>
    <dgm:cxn modelId="{1BEBE273-CE3E-4EF7-AB8A-2AE31E31DA85}" type="presOf" srcId="{E72B74BE-57A0-41E8-AACA-C927E5544A21}" destId="{4641606F-C361-45DF-84A2-BE7EA9AB5545}" srcOrd="0" destOrd="0" presId="urn:microsoft.com/office/officeart/2008/layout/HorizontalMultiLevelHierarchy"/>
    <dgm:cxn modelId="{AC339154-357C-4E85-A10B-BA6D157F6D3D}" type="presOf" srcId="{86674D6D-1B59-48CE-B301-F1B23936D50C}" destId="{4F7B1D95-6135-4912-BC0A-491A82AAAE0B}" srcOrd="1" destOrd="0" presId="urn:microsoft.com/office/officeart/2008/layout/HorizontalMultiLevelHierarchy"/>
    <dgm:cxn modelId="{46639C76-6BB8-4C46-9FA1-DC0EAEDA42EE}" type="presOf" srcId="{0CA51B37-F02C-4668-B37D-6B06B1988470}" destId="{691709DB-A0F2-4845-8ABE-61BA8AD3694B}" srcOrd="0" destOrd="0" presId="urn:microsoft.com/office/officeart/2008/layout/HorizontalMultiLevelHierarchy"/>
    <dgm:cxn modelId="{34C23858-2C2F-4F7B-9360-3914AD20F928}" type="presOf" srcId="{9394CA98-C56A-4494-9EC1-314D4928CBAA}" destId="{C70A6F3B-875D-4BFA-A1E1-1BDDCEEDD0D9}" srcOrd="0" destOrd="0" presId="urn:microsoft.com/office/officeart/2008/layout/HorizontalMultiLevelHierarchy"/>
    <dgm:cxn modelId="{72F30F7D-ECC2-49B3-A877-E454F15B114D}" srcId="{BCD8B676-1272-40D9-B824-D9973C4CE376}" destId="{1A64E964-1CAA-403C-96DB-23520D190236}" srcOrd="3" destOrd="0" parTransId="{7FC43D6C-A373-41B0-AD07-16BC0869F4F3}" sibTransId="{34BDA8C0-4C47-4818-B1A2-F34C1CF47E81}"/>
    <dgm:cxn modelId="{A922647D-08D5-4B67-A82D-C535D979996E}" type="presOf" srcId="{86674D6D-1B59-48CE-B301-F1B23936D50C}" destId="{F9346F72-A738-4576-8123-3902BE5A7977}" srcOrd="0" destOrd="0" presId="urn:microsoft.com/office/officeart/2008/layout/HorizontalMultiLevelHierarchy"/>
    <dgm:cxn modelId="{3568DB80-3B11-4C2C-B999-CB8C66483819}" srcId="{BCD8B676-1272-40D9-B824-D9973C4CE376}" destId="{D6FB8DED-82A6-4CE1-BFEC-EC2D46D2702C}" srcOrd="4" destOrd="0" parTransId="{5E382B33-D8CB-4451-87B4-2E7ED8A76D73}" sibTransId="{869890D0-630C-4CAA-98B1-FA630119ADE3}"/>
    <dgm:cxn modelId="{AD51928A-608C-4016-B487-D8BD2B143A8F}" srcId="{C2D9DDA0-D8C6-47FB-B7A7-8406F7574BFD}" destId="{956AC721-8694-47F7-9731-D69F603A398F}" srcOrd="1" destOrd="0" parTransId="{E439EAB9-9ABE-4C66-AE86-D2B70C094DCB}" sibTransId="{3AD6C845-BA74-4645-9260-343C37E2FDE8}"/>
    <dgm:cxn modelId="{8CF7D88F-7B48-4690-ABF8-667F4195D33B}" type="presOf" srcId="{956AC721-8694-47F7-9731-D69F603A398F}" destId="{D584AF98-38D7-408A-982B-79F4EE11478C}" srcOrd="0" destOrd="0" presId="urn:microsoft.com/office/officeart/2008/layout/HorizontalMultiLevelHierarchy"/>
    <dgm:cxn modelId="{865AB89B-BAFA-4EDC-B276-2B47F68055FE}" type="presOf" srcId="{E72B74BE-57A0-41E8-AACA-C927E5544A21}" destId="{B7C53526-2D67-4DEB-AC2F-51C327CF04F7}" srcOrd="1" destOrd="0" presId="urn:microsoft.com/office/officeart/2008/layout/HorizontalMultiLevelHierarchy"/>
    <dgm:cxn modelId="{5039E89B-4AC8-4854-82C6-C8CC41C7647D}" srcId="{C2D9DDA0-D8C6-47FB-B7A7-8406F7574BFD}" destId="{0B6744E2-B265-4340-82FF-42DE8CA9ADE2}" srcOrd="0" destOrd="0" parTransId="{D1FF5BD0-077D-460C-8810-EA3FC50847FC}" sibTransId="{F22A4D93-055F-466F-B820-936371D5336B}"/>
    <dgm:cxn modelId="{3901AA9F-3100-46A0-ACA4-509EE0B6B9E4}" type="presOf" srcId="{6A625A45-3A82-4A41-8E84-EEDC5DABF6BA}" destId="{C7FDF5A5-6D25-48CF-A841-9C8F804A772D}" srcOrd="1" destOrd="0" presId="urn:microsoft.com/office/officeart/2008/layout/HorizontalMultiLevelHierarchy"/>
    <dgm:cxn modelId="{DE58AAA3-1ED4-43FE-8712-65CA68780C78}" type="presOf" srcId="{773DFF6E-6889-4CFB-8FFA-03D649567BDB}" destId="{1B8CA5D2-BFDD-4AA6-AA79-1A2D4BC4701B}" srcOrd="0" destOrd="0" presId="urn:microsoft.com/office/officeart/2008/layout/HorizontalMultiLevelHierarchy"/>
    <dgm:cxn modelId="{6C80D6AF-202C-4DE1-8E3F-0AF10273779F}" type="presOf" srcId="{40AFCE17-E1F1-41C9-AB65-3A8EE3001125}" destId="{96AD980F-E1E2-4BAC-9DBC-35AA96B943AE}" srcOrd="0" destOrd="0" presId="urn:microsoft.com/office/officeart/2008/layout/HorizontalMultiLevelHierarchy"/>
    <dgm:cxn modelId="{6E54E7AF-55AB-48C3-A1F8-DE0EE06194F2}" type="presOf" srcId="{D6FB8DED-82A6-4CE1-BFEC-EC2D46D2702C}" destId="{5F1465BF-861F-4753-A6A6-9DD90C4ECD4B}" srcOrd="0" destOrd="0" presId="urn:microsoft.com/office/officeart/2008/layout/HorizontalMultiLevelHierarchy"/>
    <dgm:cxn modelId="{0D3C9DBA-64B5-4390-BBA9-9E9A5106F874}" type="presOf" srcId="{C2D9DDA0-D8C6-47FB-B7A7-8406F7574BFD}" destId="{F98E3E92-C8D1-4EF9-BAB8-5C37C5CA2AE0}" srcOrd="0" destOrd="0" presId="urn:microsoft.com/office/officeart/2008/layout/HorizontalMultiLevelHierarchy"/>
    <dgm:cxn modelId="{489458CA-C2FD-4A3A-8A93-DCA691048556}" type="presOf" srcId="{1A64E964-1CAA-403C-96DB-23520D190236}" destId="{55A7854C-3BE0-45FF-9750-AC84B4DB320A}" srcOrd="0" destOrd="0" presId="urn:microsoft.com/office/officeart/2008/layout/HorizontalMultiLevelHierarchy"/>
    <dgm:cxn modelId="{546124D0-ADC3-4AD9-BCF7-A2373272A23D}" type="presOf" srcId="{E439EAB9-9ABE-4C66-AE86-D2B70C094DCB}" destId="{8AC8E5EE-3D9B-49BB-A9B4-36372B0B4BF7}" srcOrd="1" destOrd="0" presId="urn:microsoft.com/office/officeart/2008/layout/HorizontalMultiLevelHierarchy"/>
    <dgm:cxn modelId="{25944ED1-4AEF-476E-BE02-E3823826C5DB}" srcId="{C2D9DDA0-D8C6-47FB-B7A7-8406F7574BFD}" destId="{46C3BE82-3817-477E-8D42-CEDA27049054}" srcOrd="2" destOrd="0" parTransId="{D8F83744-1428-4CBB-93DC-F84D1B06FCA3}" sibTransId="{920251FB-5892-4398-954E-CBAD8632F7C8}"/>
    <dgm:cxn modelId="{74039CD1-A61C-472D-9753-278A8FACEF10}" type="presOf" srcId="{0B6744E2-B265-4340-82FF-42DE8CA9ADE2}" destId="{D3A41992-F01F-4152-BD86-70CA92898333}" srcOrd="0" destOrd="0" presId="urn:microsoft.com/office/officeart/2008/layout/HorizontalMultiLevelHierarchy"/>
    <dgm:cxn modelId="{041478D3-4945-4504-B8B6-6B2654B058FD}" srcId="{BCD8B676-1272-40D9-B824-D9973C4CE376}" destId="{106A690B-FA59-4828-9F80-E4BC8573DBD6}" srcOrd="0" destOrd="0" parTransId="{CDFEF058-F809-4043-830E-23CF2A0C77E3}" sibTransId="{901B9693-5628-4CBA-843A-2C4294478712}"/>
    <dgm:cxn modelId="{F8785BD6-AC9A-40E9-AA95-07E00F0FBE3F}" type="presOf" srcId="{7FC43D6C-A373-41B0-AD07-16BC0869F4F3}" destId="{00EA1183-2FE9-48A9-A8E6-D610BAEF9A2A}" srcOrd="1" destOrd="0" presId="urn:microsoft.com/office/officeart/2008/layout/HorizontalMultiLevelHierarchy"/>
    <dgm:cxn modelId="{50DFE1E2-2DFF-4640-8969-6C4AA9419EDC}" type="presOf" srcId="{2A7DF831-E753-4585-9554-2CC543D74873}" destId="{EF0C977B-6339-4310-B43F-228EF38C6FE8}" srcOrd="0" destOrd="0" presId="urn:microsoft.com/office/officeart/2008/layout/HorizontalMultiLevelHierarchy"/>
    <dgm:cxn modelId="{5FFE37E4-1D33-44C6-91FA-263742C087AD}" type="presOf" srcId="{D1FF5BD0-077D-460C-8810-EA3FC50847FC}" destId="{18F52B66-1C20-4089-AD5D-C853E50C52EB}" srcOrd="0" destOrd="0" presId="urn:microsoft.com/office/officeart/2008/layout/HorizontalMultiLevelHierarchy"/>
    <dgm:cxn modelId="{9552E8E5-5805-451D-A4A6-84DAA72A4949}" type="presOf" srcId="{2F27FCB5-EA43-436F-A8A9-33342BFD777F}" destId="{280C0B2A-AC7A-43D6-987A-5CE75170D6C5}" srcOrd="0" destOrd="0" presId="urn:microsoft.com/office/officeart/2008/layout/HorizontalMultiLevelHierarchy"/>
    <dgm:cxn modelId="{783188E9-2765-45F4-82AD-E589763FA195}" type="presOf" srcId="{2FCAE538-5557-44D5-826F-A5AD7B9AE2FD}" destId="{3D4B9D69-A7BD-40A3-8BB3-A0148B929B4F}" srcOrd="0" destOrd="0" presId="urn:microsoft.com/office/officeart/2008/layout/HorizontalMultiLevelHierarchy"/>
    <dgm:cxn modelId="{CE78CAEE-481C-426B-8C5A-7462621DB431}" type="presOf" srcId="{40AFCE17-E1F1-41C9-AB65-3A8EE3001125}" destId="{3CC48DBE-232D-420C-B4DE-106FBFF6BB1D}" srcOrd="1" destOrd="0" presId="urn:microsoft.com/office/officeart/2008/layout/HorizontalMultiLevelHierarchy"/>
    <dgm:cxn modelId="{129F25F0-94C8-488A-AD3B-95CDB3DFFF17}" srcId="{C2D9DDA0-D8C6-47FB-B7A7-8406F7574BFD}" destId="{45CD640D-772B-4F12-B055-A7436700EA71}" srcOrd="4" destOrd="0" parTransId="{E72B74BE-57A0-41E8-AACA-C927E5544A21}" sibTransId="{FBCA9422-9AE2-4E21-9721-D4525CB7ECAD}"/>
    <dgm:cxn modelId="{5031BFF5-66BA-46D2-A74F-061A9484A7BD}" srcId="{2A7DF831-E753-4585-9554-2CC543D74873}" destId="{C2D9DDA0-D8C6-47FB-B7A7-8406F7574BFD}" srcOrd="1" destOrd="0" parTransId="{2FCAE538-5557-44D5-826F-A5AD7B9AE2FD}" sibTransId="{6534BC6A-5346-4534-A148-0D6809E1F88A}"/>
    <dgm:cxn modelId="{A6273AFE-E852-4ED6-BDD7-4BE481334156}" type="presOf" srcId="{2FCAE538-5557-44D5-826F-A5AD7B9AE2FD}" destId="{3BF55987-0284-436E-9A3E-6C706147DF2E}" srcOrd="1" destOrd="0" presId="urn:microsoft.com/office/officeart/2008/layout/HorizontalMultiLevelHierarchy"/>
    <dgm:cxn modelId="{625B617F-C627-455A-BF86-CBDD3CBEE49B}" type="presParOf" srcId="{B11F1F61-0636-42F3-95FB-A2AEFD4202B6}" destId="{888C25F7-F1E6-46B3-B45E-B9E96A76FB24}" srcOrd="0" destOrd="0" presId="urn:microsoft.com/office/officeart/2008/layout/HorizontalMultiLevelHierarchy"/>
    <dgm:cxn modelId="{011EA039-FFFB-4FBB-AEB6-5A21C3996E75}" type="presParOf" srcId="{888C25F7-F1E6-46B3-B45E-B9E96A76FB24}" destId="{691709DB-A0F2-4845-8ABE-61BA8AD3694B}" srcOrd="0" destOrd="0" presId="urn:microsoft.com/office/officeart/2008/layout/HorizontalMultiLevelHierarchy"/>
    <dgm:cxn modelId="{9795250C-3FEC-4484-A4EF-C7F05B2AA383}" type="presParOf" srcId="{888C25F7-F1E6-46B3-B45E-B9E96A76FB24}" destId="{940B1AD5-BD0B-4987-A03C-44D369005A5B}" srcOrd="1" destOrd="0" presId="urn:microsoft.com/office/officeart/2008/layout/HorizontalMultiLevelHierarchy"/>
    <dgm:cxn modelId="{8377F057-D8B0-4F0B-9998-08BCD846D2FE}" type="presParOf" srcId="{940B1AD5-BD0B-4987-A03C-44D369005A5B}" destId="{96AD980F-E1E2-4BAC-9DBC-35AA96B943AE}" srcOrd="0" destOrd="0" presId="urn:microsoft.com/office/officeart/2008/layout/HorizontalMultiLevelHierarchy"/>
    <dgm:cxn modelId="{D2D88736-905A-4A52-91F9-C05B51C64E1C}" type="presParOf" srcId="{96AD980F-E1E2-4BAC-9DBC-35AA96B943AE}" destId="{3CC48DBE-232D-420C-B4DE-106FBFF6BB1D}" srcOrd="0" destOrd="0" presId="urn:microsoft.com/office/officeart/2008/layout/HorizontalMultiLevelHierarchy"/>
    <dgm:cxn modelId="{9916DD00-2441-4B25-BBD5-96E0DC548F5B}" type="presParOf" srcId="{940B1AD5-BD0B-4987-A03C-44D369005A5B}" destId="{A6EA0BFB-F7D9-4036-8841-2A6D68F137D5}" srcOrd="1" destOrd="0" presId="urn:microsoft.com/office/officeart/2008/layout/HorizontalMultiLevelHierarchy"/>
    <dgm:cxn modelId="{C9E237B4-8395-4DF0-854D-B87C98EC7D88}" type="presParOf" srcId="{A6EA0BFB-F7D9-4036-8841-2A6D68F137D5}" destId="{EF0C977B-6339-4310-B43F-228EF38C6FE8}" srcOrd="0" destOrd="0" presId="urn:microsoft.com/office/officeart/2008/layout/HorizontalMultiLevelHierarchy"/>
    <dgm:cxn modelId="{EC5D793D-9C89-46A4-9D49-488B024C23B7}" type="presParOf" srcId="{A6EA0BFB-F7D9-4036-8841-2A6D68F137D5}" destId="{F1483A53-B6F0-4CFC-BF49-C37ED01A6DE9}" srcOrd="1" destOrd="0" presId="urn:microsoft.com/office/officeart/2008/layout/HorizontalMultiLevelHierarchy"/>
    <dgm:cxn modelId="{349439BD-ABD4-4F3A-ABA7-5E513D9CC334}" type="presParOf" srcId="{F1483A53-B6F0-4CFC-BF49-C37ED01A6DE9}" destId="{F9346F72-A738-4576-8123-3902BE5A7977}" srcOrd="0" destOrd="0" presId="urn:microsoft.com/office/officeart/2008/layout/HorizontalMultiLevelHierarchy"/>
    <dgm:cxn modelId="{CE6A1B98-D37E-4896-88B3-5D2FD4E41C72}" type="presParOf" srcId="{F9346F72-A738-4576-8123-3902BE5A7977}" destId="{4F7B1D95-6135-4912-BC0A-491A82AAAE0B}" srcOrd="0" destOrd="0" presId="urn:microsoft.com/office/officeart/2008/layout/HorizontalMultiLevelHierarchy"/>
    <dgm:cxn modelId="{D4655013-996B-45D3-B74A-66CDCD71DE79}" type="presParOf" srcId="{F1483A53-B6F0-4CFC-BF49-C37ED01A6DE9}" destId="{D551A539-6C39-4969-93E2-1A939F4B27D7}" srcOrd="1" destOrd="0" presId="urn:microsoft.com/office/officeart/2008/layout/HorizontalMultiLevelHierarchy"/>
    <dgm:cxn modelId="{0A7236FE-6FA4-47AF-8329-352B28019480}" type="presParOf" srcId="{D551A539-6C39-4969-93E2-1A939F4B27D7}" destId="{F179E934-3B52-468A-B69F-F547022E9828}" srcOrd="0" destOrd="0" presId="urn:microsoft.com/office/officeart/2008/layout/HorizontalMultiLevelHierarchy"/>
    <dgm:cxn modelId="{FF31A417-2E80-4DDF-92EC-0A603446EE27}" type="presParOf" srcId="{D551A539-6C39-4969-93E2-1A939F4B27D7}" destId="{078A17A9-56B1-4642-9F26-55D6537E2BE6}" srcOrd="1" destOrd="0" presId="urn:microsoft.com/office/officeart/2008/layout/HorizontalMultiLevelHierarchy"/>
    <dgm:cxn modelId="{3C608AAF-FB53-41E9-A0EF-B96EDE8EAA0A}" type="presParOf" srcId="{078A17A9-56B1-4642-9F26-55D6537E2BE6}" destId="{599C1C7E-3EA0-420B-97B4-4036901FD486}" srcOrd="0" destOrd="0" presId="urn:microsoft.com/office/officeart/2008/layout/HorizontalMultiLevelHierarchy"/>
    <dgm:cxn modelId="{13884E49-3364-456F-A7B4-CF357FEB0AFC}" type="presParOf" srcId="{599C1C7E-3EA0-420B-97B4-4036901FD486}" destId="{B2BDFDBE-FC08-48A6-80AA-78EB238A249D}" srcOrd="0" destOrd="0" presId="urn:microsoft.com/office/officeart/2008/layout/HorizontalMultiLevelHierarchy"/>
    <dgm:cxn modelId="{CB62E3AF-7C32-408B-82CB-7BCE9663DA9C}" type="presParOf" srcId="{078A17A9-56B1-4642-9F26-55D6537E2BE6}" destId="{98F5CF5C-4113-4372-99EC-660C07D4B4BA}" srcOrd="1" destOrd="0" presId="urn:microsoft.com/office/officeart/2008/layout/HorizontalMultiLevelHierarchy"/>
    <dgm:cxn modelId="{3B5F29FF-B5BA-4770-BE9B-096A794F3584}" type="presParOf" srcId="{98F5CF5C-4113-4372-99EC-660C07D4B4BA}" destId="{F1957D2F-690E-4067-9C70-E8C791B97463}" srcOrd="0" destOrd="0" presId="urn:microsoft.com/office/officeart/2008/layout/HorizontalMultiLevelHierarchy"/>
    <dgm:cxn modelId="{D7BA6AC1-9A80-4587-B561-2821AE98EDA6}" type="presParOf" srcId="{98F5CF5C-4113-4372-99EC-660C07D4B4BA}" destId="{3F50BF85-B740-4B7E-82AF-04C6755EA6BA}" srcOrd="1" destOrd="0" presId="urn:microsoft.com/office/officeart/2008/layout/HorizontalMultiLevelHierarchy"/>
    <dgm:cxn modelId="{4A9A57BE-6609-4D10-8CD2-63FA0BF421E7}" type="presParOf" srcId="{078A17A9-56B1-4642-9F26-55D6537E2BE6}" destId="{C70A6F3B-875D-4BFA-A1E1-1BDDCEEDD0D9}" srcOrd="2" destOrd="0" presId="urn:microsoft.com/office/officeart/2008/layout/HorizontalMultiLevelHierarchy"/>
    <dgm:cxn modelId="{CE7FBFA0-5CA7-4782-B6CA-15E6A60260DE}" type="presParOf" srcId="{C70A6F3B-875D-4BFA-A1E1-1BDDCEEDD0D9}" destId="{11DF1F42-B25E-46A4-B92B-6D9A236DC1DD}" srcOrd="0" destOrd="0" presId="urn:microsoft.com/office/officeart/2008/layout/HorizontalMultiLevelHierarchy"/>
    <dgm:cxn modelId="{FF884A45-511D-4369-82C3-09F062231ED7}" type="presParOf" srcId="{078A17A9-56B1-4642-9F26-55D6537E2BE6}" destId="{F351F71E-2054-4CE3-991D-48B64E6808B5}" srcOrd="3" destOrd="0" presId="urn:microsoft.com/office/officeart/2008/layout/HorizontalMultiLevelHierarchy"/>
    <dgm:cxn modelId="{4781921F-7EC4-4B4A-9688-961C49B4682E}" type="presParOf" srcId="{F351F71E-2054-4CE3-991D-48B64E6808B5}" destId="{49D4FD42-A670-461A-BA7E-06221FAAC6E1}" srcOrd="0" destOrd="0" presId="urn:microsoft.com/office/officeart/2008/layout/HorizontalMultiLevelHierarchy"/>
    <dgm:cxn modelId="{55D3D501-17AA-485D-8F94-85CDA69F01D0}" type="presParOf" srcId="{F351F71E-2054-4CE3-991D-48B64E6808B5}" destId="{1CCD8C9A-660E-4EB9-90EC-B2AD2D6F6898}" srcOrd="1" destOrd="0" presId="urn:microsoft.com/office/officeart/2008/layout/HorizontalMultiLevelHierarchy"/>
    <dgm:cxn modelId="{313D5590-D7B0-4ADD-869B-BBC285047BB7}" type="presParOf" srcId="{078A17A9-56B1-4642-9F26-55D6537E2BE6}" destId="{FD69E2EA-15AC-4029-9852-C3E951F0CA2D}" srcOrd="4" destOrd="0" presId="urn:microsoft.com/office/officeart/2008/layout/HorizontalMultiLevelHierarchy"/>
    <dgm:cxn modelId="{2EC67006-CCE4-4AB2-99F4-6CAE628F83D3}" type="presParOf" srcId="{FD69E2EA-15AC-4029-9852-C3E951F0CA2D}" destId="{C7FDF5A5-6D25-48CF-A841-9C8F804A772D}" srcOrd="0" destOrd="0" presId="urn:microsoft.com/office/officeart/2008/layout/HorizontalMultiLevelHierarchy"/>
    <dgm:cxn modelId="{B50161B6-03F8-47FE-B85B-160DD1C894AB}" type="presParOf" srcId="{078A17A9-56B1-4642-9F26-55D6537E2BE6}" destId="{D54BF26D-2696-453E-B179-1FEEB36CD917}" srcOrd="5" destOrd="0" presId="urn:microsoft.com/office/officeart/2008/layout/HorizontalMultiLevelHierarchy"/>
    <dgm:cxn modelId="{676CC3C7-176D-4920-A8C4-CF6912B7B399}" type="presParOf" srcId="{D54BF26D-2696-453E-B179-1FEEB36CD917}" destId="{280C0B2A-AC7A-43D6-987A-5CE75170D6C5}" srcOrd="0" destOrd="0" presId="urn:microsoft.com/office/officeart/2008/layout/HorizontalMultiLevelHierarchy"/>
    <dgm:cxn modelId="{15E33A70-EE36-4D08-B50F-2D77F205B2B3}" type="presParOf" srcId="{D54BF26D-2696-453E-B179-1FEEB36CD917}" destId="{0A66B1F4-5BD3-4213-9C59-4F5BD46A64BD}" srcOrd="1" destOrd="0" presId="urn:microsoft.com/office/officeart/2008/layout/HorizontalMultiLevelHierarchy"/>
    <dgm:cxn modelId="{DED09BEF-DE0E-474C-97A4-F678617E4B8A}" type="presParOf" srcId="{078A17A9-56B1-4642-9F26-55D6537E2BE6}" destId="{EB1566C3-2F33-47A3-B131-0A6077A42673}" srcOrd="6" destOrd="0" presId="urn:microsoft.com/office/officeart/2008/layout/HorizontalMultiLevelHierarchy"/>
    <dgm:cxn modelId="{453068C5-AE52-4B61-9BD2-91680302A827}" type="presParOf" srcId="{EB1566C3-2F33-47A3-B131-0A6077A42673}" destId="{00EA1183-2FE9-48A9-A8E6-D610BAEF9A2A}" srcOrd="0" destOrd="0" presId="urn:microsoft.com/office/officeart/2008/layout/HorizontalMultiLevelHierarchy"/>
    <dgm:cxn modelId="{CD5E0B19-3B46-42EB-A5B5-0D94EEC1047A}" type="presParOf" srcId="{078A17A9-56B1-4642-9F26-55D6537E2BE6}" destId="{E6556AF8-98C8-4242-AFEA-87B0E4CC7622}" srcOrd="7" destOrd="0" presId="urn:microsoft.com/office/officeart/2008/layout/HorizontalMultiLevelHierarchy"/>
    <dgm:cxn modelId="{D3AE161C-4B04-482B-82F1-8A44C4F636BA}" type="presParOf" srcId="{E6556AF8-98C8-4242-AFEA-87B0E4CC7622}" destId="{55A7854C-3BE0-45FF-9750-AC84B4DB320A}" srcOrd="0" destOrd="0" presId="urn:microsoft.com/office/officeart/2008/layout/HorizontalMultiLevelHierarchy"/>
    <dgm:cxn modelId="{09A2EBFD-64D1-4AEC-BAF7-7FBBEB8D1657}" type="presParOf" srcId="{E6556AF8-98C8-4242-AFEA-87B0E4CC7622}" destId="{F036CAC9-BC39-46C6-B9DD-41DB5CA8FAAF}" srcOrd="1" destOrd="0" presId="urn:microsoft.com/office/officeart/2008/layout/HorizontalMultiLevelHierarchy"/>
    <dgm:cxn modelId="{028656AC-2F7F-451F-AE3C-1781E922A098}" type="presParOf" srcId="{078A17A9-56B1-4642-9F26-55D6537E2BE6}" destId="{A0D90494-7174-4D49-9F12-73DB40B53947}" srcOrd="8" destOrd="0" presId="urn:microsoft.com/office/officeart/2008/layout/HorizontalMultiLevelHierarchy"/>
    <dgm:cxn modelId="{1C125A6F-1C98-4473-8A6C-6440E03CA708}" type="presParOf" srcId="{A0D90494-7174-4D49-9F12-73DB40B53947}" destId="{67B50655-F5E3-455C-950B-40B553F1A46D}" srcOrd="0" destOrd="0" presId="urn:microsoft.com/office/officeart/2008/layout/HorizontalMultiLevelHierarchy"/>
    <dgm:cxn modelId="{E1DFAAE4-75EB-43B1-9928-092E95DB7293}" type="presParOf" srcId="{078A17A9-56B1-4642-9F26-55D6537E2BE6}" destId="{6CECCACF-89BF-4526-A29D-0EF78CAF4F83}" srcOrd="9" destOrd="0" presId="urn:microsoft.com/office/officeart/2008/layout/HorizontalMultiLevelHierarchy"/>
    <dgm:cxn modelId="{54FE0F5D-9EAA-4432-83A3-0233648AC2F8}" type="presParOf" srcId="{6CECCACF-89BF-4526-A29D-0EF78CAF4F83}" destId="{5F1465BF-861F-4753-A6A6-9DD90C4ECD4B}" srcOrd="0" destOrd="0" presId="urn:microsoft.com/office/officeart/2008/layout/HorizontalMultiLevelHierarchy"/>
    <dgm:cxn modelId="{5AB19ABC-41DE-42A7-88E0-F33B255CDBFC}" type="presParOf" srcId="{6CECCACF-89BF-4526-A29D-0EF78CAF4F83}" destId="{F0D1D142-4189-4EA4-B12F-FFD2267191A4}" srcOrd="1" destOrd="0" presId="urn:microsoft.com/office/officeart/2008/layout/HorizontalMultiLevelHierarchy"/>
    <dgm:cxn modelId="{D4B66466-ACAA-4C3B-8C32-DF24B674CAF2}" type="presParOf" srcId="{F1483A53-B6F0-4CFC-BF49-C37ED01A6DE9}" destId="{3D4B9D69-A7BD-40A3-8BB3-A0148B929B4F}" srcOrd="2" destOrd="0" presId="urn:microsoft.com/office/officeart/2008/layout/HorizontalMultiLevelHierarchy"/>
    <dgm:cxn modelId="{940EE809-1638-43C7-957A-9A8CE7BCFAD9}" type="presParOf" srcId="{3D4B9D69-A7BD-40A3-8BB3-A0148B929B4F}" destId="{3BF55987-0284-436E-9A3E-6C706147DF2E}" srcOrd="0" destOrd="0" presId="urn:microsoft.com/office/officeart/2008/layout/HorizontalMultiLevelHierarchy"/>
    <dgm:cxn modelId="{95FEA3F8-F913-4A74-BFD1-D1C5EA5CA098}" type="presParOf" srcId="{F1483A53-B6F0-4CFC-BF49-C37ED01A6DE9}" destId="{80373134-3241-4278-8EC8-D5956D559685}" srcOrd="3" destOrd="0" presId="urn:microsoft.com/office/officeart/2008/layout/HorizontalMultiLevelHierarchy"/>
    <dgm:cxn modelId="{77063EDE-0AC9-4009-827E-DA33B101932E}" type="presParOf" srcId="{80373134-3241-4278-8EC8-D5956D559685}" destId="{F98E3E92-C8D1-4EF9-BAB8-5C37C5CA2AE0}" srcOrd="0" destOrd="0" presId="urn:microsoft.com/office/officeart/2008/layout/HorizontalMultiLevelHierarchy"/>
    <dgm:cxn modelId="{840C6DFA-EF2C-49DC-8187-798E92817B9A}" type="presParOf" srcId="{80373134-3241-4278-8EC8-D5956D559685}" destId="{AC60D2D9-65C0-492D-84DF-B19CE5C454E0}" srcOrd="1" destOrd="0" presId="urn:microsoft.com/office/officeart/2008/layout/HorizontalMultiLevelHierarchy"/>
    <dgm:cxn modelId="{94CBE2F4-C3A2-4AB8-90A9-DCF0AB526774}" type="presParOf" srcId="{AC60D2D9-65C0-492D-84DF-B19CE5C454E0}" destId="{18F52B66-1C20-4089-AD5D-C853E50C52EB}" srcOrd="0" destOrd="0" presId="urn:microsoft.com/office/officeart/2008/layout/HorizontalMultiLevelHierarchy"/>
    <dgm:cxn modelId="{CE4DEA44-A1F0-4344-9FFC-6FAF27E7D942}" type="presParOf" srcId="{18F52B66-1C20-4089-AD5D-C853E50C52EB}" destId="{ACAF20E1-D2F3-4184-9B57-CF39FB802D71}" srcOrd="0" destOrd="0" presId="urn:microsoft.com/office/officeart/2008/layout/HorizontalMultiLevelHierarchy"/>
    <dgm:cxn modelId="{6548FC70-D770-46DA-9E1C-CDA4DF2E6467}" type="presParOf" srcId="{AC60D2D9-65C0-492D-84DF-B19CE5C454E0}" destId="{E56C8BC0-A080-44B5-9367-F8E06024BA69}" srcOrd="1" destOrd="0" presId="urn:microsoft.com/office/officeart/2008/layout/HorizontalMultiLevelHierarchy"/>
    <dgm:cxn modelId="{28555E7C-9EDF-4DAD-B69A-8A85D6B9BAE7}" type="presParOf" srcId="{E56C8BC0-A080-44B5-9367-F8E06024BA69}" destId="{D3A41992-F01F-4152-BD86-70CA92898333}" srcOrd="0" destOrd="0" presId="urn:microsoft.com/office/officeart/2008/layout/HorizontalMultiLevelHierarchy"/>
    <dgm:cxn modelId="{E1963456-BDDB-4158-AC76-4FEB070CE15E}" type="presParOf" srcId="{E56C8BC0-A080-44B5-9367-F8E06024BA69}" destId="{D9C8B013-5B0C-4EEF-946E-CC658EED826E}" srcOrd="1" destOrd="0" presId="urn:microsoft.com/office/officeart/2008/layout/HorizontalMultiLevelHierarchy"/>
    <dgm:cxn modelId="{3F2DF85C-A935-4AA9-BB92-D2C76CEBEB89}" type="presParOf" srcId="{AC60D2D9-65C0-492D-84DF-B19CE5C454E0}" destId="{C62CA9A5-6CD0-4EF0-85EB-0D8264E72EA6}" srcOrd="2" destOrd="0" presId="urn:microsoft.com/office/officeart/2008/layout/HorizontalMultiLevelHierarchy"/>
    <dgm:cxn modelId="{2FB46C90-8636-44A8-99A4-B5C6B210554E}" type="presParOf" srcId="{C62CA9A5-6CD0-4EF0-85EB-0D8264E72EA6}" destId="{8AC8E5EE-3D9B-49BB-A9B4-36372B0B4BF7}" srcOrd="0" destOrd="0" presId="urn:microsoft.com/office/officeart/2008/layout/HorizontalMultiLevelHierarchy"/>
    <dgm:cxn modelId="{242784BB-F299-4717-9CA9-1BAE8351E179}" type="presParOf" srcId="{AC60D2D9-65C0-492D-84DF-B19CE5C454E0}" destId="{D05541BF-9FF6-4520-AE26-76A472E75906}" srcOrd="3" destOrd="0" presId="urn:microsoft.com/office/officeart/2008/layout/HorizontalMultiLevelHierarchy"/>
    <dgm:cxn modelId="{C5542452-6ACF-4C89-A9EC-708A476F8198}" type="presParOf" srcId="{D05541BF-9FF6-4520-AE26-76A472E75906}" destId="{D584AF98-38D7-408A-982B-79F4EE11478C}" srcOrd="0" destOrd="0" presId="urn:microsoft.com/office/officeart/2008/layout/HorizontalMultiLevelHierarchy"/>
    <dgm:cxn modelId="{615BF1F7-A033-4DA1-87D9-92686A343D9B}" type="presParOf" srcId="{D05541BF-9FF6-4520-AE26-76A472E75906}" destId="{8DF31BE1-6F52-4DFF-9D23-88E83263FD39}" srcOrd="1" destOrd="0" presId="urn:microsoft.com/office/officeart/2008/layout/HorizontalMultiLevelHierarchy"/>
    <dgm:cxn modelId="{151B4CA8-5B2C-49EE-B249-7C496B1C493E}" type="presParOf" srcId="{AC60D2D9-65C0-492D-84DF-B19CE5C454E0}" destId="{62A03D6D-6CF7-4ADF-8538-32B709B3D1AE}" srcOrd="4" destOrd="0" presId="urn:microsoft.com/office/officeart/2008/layout/HorizontalMultiLevelHierarchy"/>
    <dgm:cxn modelId="{1209430F-5959-4BED-BFD7-10BBF247F119}" type="presParOf" srcId="{62A03D6D-6CF7-4ADF-8538-32B709B3D1AE}" destId="{0AE5B986-A336-4580-9833-EB2B0F406646}" srcOrd="0" destOrd="0" presId="urn:microsoft.com/office/officeart/2008/layout/HorizontalMultiLevelHierarchy"/>
    <dgm:cxn modelId="{1050258C-6D67-49FC-AF3D-EDA5F42A3D8A}" type="presParOf" srcId="{AC60D2D9-65C0-492D-84DF-B19CE5C454E0}" destId="{F0D0E028-B0DB-4216-AE49-D02FADBD0D9A}" srcOrd="5" destOrd="0" presId="urn:microsoft.com/office/officeart/2008/layout/HorizontalMultiLevelHierarchy"/>
    <dgm:cxn modelId="{BE5EAE21-94F5-46D4-B70E-F5581F5D2D9D}" type="presParOf" srcId="{F0D0E028-B0DB-4216-AE49-D02FADBD0D9A}" destId="{B02F5B8E-B016-4E7B-9698-75C3A60BFF9F}" srcOrd="0" destOrd="0" presId="urn:microsoft.com/office/officeart/2008/layout/HorizontalMultiLevelHierarchy"/>
    <dgm:cxn modelId="{9822E80F-356F-4714-B218-01B53235B396}" type="presParOf" srcId="{F0D0E028-B0DB-4216-AE49-D02FADBD0D9A}" destId="{99858434-25D1-493A-B4F7-9C6A7199A5CD}" srcOrd="1" destOrd="0" presId="urn:microsoft.com/office/officeart/2008/layout/HorizontalMultiLevelHierarchy"/>
    <dgm:cxn modelId="{477B3EE5-EECA-4F6E-8283-DFEDB5F80B3A}" type="presParOf" srcId="{AC60D2D9-65C0-492D-84DF-B19CE5C454E0}" destId="{4847A860-7632-4F70-A2F0-427B420E3A6A}" srcOrd="6" destOrd="0" presId="urn:microsoft.com/office/officeart/2008/layout/HorizontalMultiLevelHierarchy"/>
    <dgm:cxn modelId="{A742B725-CA1E-4C5E-BD08-A4E55C194FDF}" type="presParOf" srcId="{4847A860-7632-4F70-A2F0-427B420E3A6A}" destId="{0BAB1FC3-3F72-40A8-BEB3-BFD4B98078F0}" srcOrd="0" destOrd="0" presId="urn:microsoft.com/office/officeart/2008/layout/HorizontalMultiLevelHierarchy"/>
    <dgm:cxn modelId="{B1C3B53E-E86C-48B8-B03F-A10193DE5181}" type="presParOf" srcId="{AC60D2D9-65C0-492D-84DF-B19CE5C454E0}" destId="{7B68B8B4-580D-4ABD-8EF0-555678CA98B3}" srcOrd="7" destOrd="0" presId="urn:microsoft.com/office/officeart/2008/layout/HorizontalMultiLevelHierarchy"/>
    <dgm:cxn modelId="{789B5EEA-648F-48FB-9337-2C98160B4FC3}" type="presParOf" srcId="{7B68B8B4-580D-4ABD-8EF0-555678CA98B3}" destId="{1B8CA5D2-BFDD-4AA6-AA79-1A2D4BC4701B}" srcOrd="0" destOrd="0" presId="urn:microsoft.com/office/officeart/2008/layout/HorizontalMultiLevelHierarchy"/>
    <dgm:cxn modelId="{33C32673-E720-467D-8C73-5ACC829AB757}" type="presParOf" srcId="{7B68B8B4-580D-4ABD-8EF0-555678CA98B3}" destId="{F6C2A8CF-9BC0-4563-A687-40CE04D032D9}" srcOrd="1" destOrd="0" presId="urn:microsoft.com/office/officeart/2008/layout/HorizontalMultiLevelHierarchy"/>
    <dgm:cxn modelId="{760CEDBF-836C-444C-A64C-89B0A26417E8}" type="presParOf" srcId="{AC60D2D9-65C0-492D-84DF-B19CE5C454E0}" destId="{4641606F-C361-45DF-84A2-BE7EA9AB5545}" srcOrd="8" destOrd="0" presId="urn:microsoft.com/office/officeart/2008/layout/HorizontalMultiLevelHierarchy"/>
    <dgm:cxn modelId="{724A02D5-C2CF-47F2-B74F-041C5AEC4BF2}" type="presParOf" srcId="{4641606F-C361-45DF-84A2-BE7EA9AB5545}" destId="{B7C53526-2D67-4DEB-AC2F-51C327CF04F7}" srcOrd="0" destOrd="0" presId="urn:microsoft.com/office/officeart/2008/layout/HorizontalMultiLevelHierarchy"/>
    <dgm:cxn modelId="{F7E700AD-C2D3-4FE4-8CD0-3D8A9DF532AB}" type="presParOf" srcId="{AC60D2D9-65C0-492D-84DF-B19CE5C454E0}" destId="{82114EF9-8161-452B-BFE7-0546C4BB93EA}" srcOrd="9" destOrd="0" presId="urn:microsoft.com/office/officeart/2008/layout/HorizontalMultiLevelHierarchy"/>
    <dgm:cxn modelId="{C40C074E-7F04-4266-9C2E-16B3C933C1CA}" type="presParOf" srcId="{82114EF9-8161-452B-BFE7-0546C4BB93EA}" destId="{6B9C539E-4C78-4B80-9852-C55C2D371E04}" srcOrd="0" destOrd="0" presId="urn:microsoft.com/office/officeart/2008/layout/HorizontalMultiLevelHierarchy"/>
    <dgm:cxn modelId="{3BABCC05-9788-46CB-9D91-E00146589F9D}" type="presParOf" srcId="{82114EF9-8161-452B-BFE7-0546C4BB93EA}" destId="{7E9AA01F-E659-4C7B-8323-DA8FBA68126B}"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E65D6B0-627F-473B-B3B3-A14742FC191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s-ES"/>
        </a:p>
      </dgm:t>
    </dgm:pt>
    <dgm:pt modelId="{7E79F331-CACE-49EF-B907-469A0376F84C}">
      <dgm:prSet phldrT="[Texto]" custT="1"/>
      <dgm:spPr/>
      <dgm:t>
        <a:bodyPr/>
        <a:lstStyle/>
        <a:p>
          <a:r>
            <a:rPr lang="es-ES_tradnl" sz="1800" b="1" dirty="0"/>
            <a:t>Capital</a:t>
          </a:r>
          <a:endParaRPr lang="es-ES" sz="1800" b="1" dirty="0"/>
        </a:p>
      </dgm:t>
    </dgm:pt>
    <dgm:pt modelId="{FDE02B73-40FD-4B39-B63C-DF3ECAA6BCCF}" type="parTrans" cxnId="{0FBC01C5-9B24-412F-8624-F30923388E9A}">
      <dgm:prSet/>
      <dgm:spPr/>
      <dgm:t>
        <a:bodyPr/>
        <a:lstStyle/>
        <a:p>
          <a:endParaRPr lang="es-ES" b="1"/>
        </a:p>
      </dgm:t>
    </dgm:pt>
    <dgm:pt modelId="{91AC3000-2329-44CF-911B-5DD1261CCBA7}" type="sibTrans" cxnId="{0FBC01C5-9B24-412F-8624-F30923388E9A}">
      <dgm:prSet custT="1"/>
      <dgm:spPr/>
      <dgm:t>
        <a:bodyPr/>
        <a:lstStyle/>
        <a:p>
          <a:endParaRPr lang="es-ES" sz="1800" b="1"/>
        </a:p>
      </dgm:t>
    </dgm:pt>
    <dgm:pt modelId="{32E3B8DA-40E3-47A8-A17F-0237C1273318}">
      <dgm:prSet phldrT="[Texto]" custT="1"/>
      <dgm:spPr/>
      <dgm:t>
        <a:bodyPr/>
        <a:lstStyle/>
        <a:p>
          <a:r>
            <a:rPr lang="es-ES_tradnl" sz="1800" b="1" dirty="0"/>
            <a:t>Tipo de interés</a:t>
          </a:r>
          <a:endParaRPr lang="es-ES" sz="1800" b="1" dirty="0"/>
        </a:p>
      </dgm:t>
    </dgm:pt>
    <dgm:pt modelId="{1D03102F-6D71-4B20-B789-7CC5BE3E9146}" type="parTrans" cxnId="{8CCA2558-1CA4-4A12-AE6C-6FA514C979E0}">
      <dgm:prSet/>
      <dgm:spPr/>
      <dgm:t>
        <a:bodyPr/>
        <a:lstStyle/>
        <a:p>
          <a:endParaRPr lang="es-ES" b="1"/>
        </a:p>
      </dgm:t>
    </dgm:pt>
    <dgm:pt modelId="{6D0CC514-0CE0-417C-BDA2-08AE40679076}" type="sibTrans" cxnId="{8CCA2558-1CA4-4A12-AE6C-6FA514C979E0}">
      <dgm:prSet custT="1"/>
      <dgm:spPr/>
      <dgm:t>
        <a:bodyPr/>
        <a:lstStyle/>
        <a:p>
          <a:endParaRPr lang="es-ES" sz="1800" b="1"/>
        </a:p>
      </dgm:t>
    </dgm:pt>
    <dgm:pt modelId="{21465F04-6AEA-4542-9471-8276ACF07395}">
      <dgm:prSet phldrT="[Texto]" custT="1"/>
      <dgm:spPr/>
      <dgm:t>
        <a:bodyPr/>
        <a:lstStyle/>
        <a:p>
          <a:r>
            <a:rPr lang="es-ES_tradnl" sz="1800" b="1" dirty="0"/>
            <a:t>Intereses del préstamo</a:t>
          </a:r>
          <a:endParaRPr lang="es-ES" sz="1800" b="1" dirty="0"/>
        </a:p>
      </dgm:t>
    </dgm:pt>
    <dgm:pt modelId="{0BEFF730-4279-44DE-A97C-4FBF92BCC9A1}" type="parTrans" cxnId="{508965B0-744A-4DEE-B895-30128B16508B}">
      <dgm:prSet/>
      <dgm:spPr/>
      <dgm:t>
        <a:bodyPr/>
        <a:lstStyle/>
        <a:p>
          <a:endParaRPr lang="es-ES" b="1"/>
        </a:p>
      </dgm:t>
    </dgm:pt>
    <dgm:pt modelId="{10BF07BB-6891-4782-B2A1-58FD2FAB5127}" type="sibTrans" cxnId="{508965B0-744A-4DEE-B895-30128B16508B}">
      <dgm:prSet custT="1"/>
      <dgm:spPr/>
      <dgm:t>
        <a:bodyPr/>
        <a:lstStyle/>
        <a:p>
          <a:endParaRPr lang="es-ES" sz="1800" b="1"/>
        </a:p>
      </dgm:t>
    </dgm:pt>
    <dgm:pt modelId="{D7452D24-53CA-4A55-B34E-6182C9CEDE90}">
      <dgm:prSet phldrT="[Texto]" custT="1"/>
      <dgm:spPr/>
      <dgm:t>
        <a:bodyPr/>
        <a:lstStyle/>
        <a:p>
          <a:r>
            <a:rPr lang="es-ES_tradnl" sz="1800" b="1" dirty="0"/>
            <a:t>Cuota mes =</a:t>
          </a:r>
        </a:p>
        <a:p>
          <a:r>
            <a:rPr lang="es-ES_tradnl" sz="1800" b="1" dirty="0"/>
            <a:t>Capital +</a:t>
          </a:r>
        </a:p>
        <a:p>
          <a:r>
            <a:rPr lang="es-ES_tradnl" sz="1800" b="1" dirty="0"/>
            <a:t>intereses</a:t>
          </a:r>
          <a:endParaRPr lang="es-ES" sz="1800" b="1" dirty="0"/>
        </a:p>
      </dgm:t>
    </dgm:pt>
    <dgm:pt modelId="{C63CD206-4447-4393-B7DA-A55EC19B4448}" type="parTrans" cxnId="{49EF7FF4-26BC-4EB0-A40D-AF1FDADA19B9}">
      <dgm:prSet/>
      <dgm:spPr/>
      <dgm:t>
        <a:bodyPr/>
        <a:lstStyle/>
        <a:p>
          <a:endParaRPr lang="es-ES" b="1"/>
        </a:p>
      </dgm:t>
    </dgm:pt>
    <dgm:pt modelId="{B5D114D5-DBA1-4186-990E-867A9AA1F8C9}" type="sibTrans" cxnId="{49EF7FF4-26BC-4EB0-A40D-AF1FDADA19B9}">
      <dgm:prSet custT="1"/>
      <dgm:spPr/>
      <dgm:t>
        <a:bodyPr/>
        <a:lstStyle/>
        <a:p>
          <a:endParaRPr lang="es-ES" sz="1800" b="1"/>
        </a:p>
      </dgm:t>
    </dgm:pt>
    <dgm:pt modelId="{B331643C-05CA-4475-9E2B-26D796088175}">
      <dgm:prSet phldrT="[Texto]" custT="1"/>
      <dgm:spPr/>
      <dgm:t>
        <a:bodyPr/>
        <a:lstStyle/>
        <a:p>
          <a:r>
            <a:rPr lang="es-ES_tradnl" sz="1800" b="1" dirty="0"/>
            <a:t>Comisión apertura y estudio</a:t>
          </a:r>
          <a:endParaRPr lang="es-ES" sz="1800" b="1" dirty="0"/>
        </a:p>
      </dgm:t>
    </dgm:pt>
    <dgm:pt modelId="{A6163187-2E56-4842-B01C-F674F46BCEE4}" type="parTrans" cxnId="{34FA6956-E611-418F-B9AE-BA98C1488C20}">
      <dgm:prSet/>
      <dgm:spPr/>
      <dgm:t>
        <a:bodyPr/>
        <a:lstStyle/>
        <a:p>
          <a:endParaRPr lang="es-ES" b="1"/>
        </a:p>
      </dgm:t>
    </dgm:pt>
    <dgm:pt modelId="{03655253-B7B2-4D5B-B3C5-D3884F77D537}" type="sibTrans" cxnId="{34FA6956-E611-418F-B9AE-BA98C1488C20}">
      <dgm:prSet custT="1"/>
      <dgm:spPr/>
      <dgm:t>
        <a:bodyPr/>
        <a:lstStyle/>
        <a:p>
          <a:endParaRPr lang="es-ES" sz="1800" b="1"/>
        </a:p>
      </dgm:t>
    </dgm:pt>
    <dgm:pt modelId="{EFB9FAF7-FF6B-4A45-9840-53CB622DF3A0}">
      <dgm:prSet phldrT="[Texto]" custT="1"/>
      <dgm:spPr/>
      <dgm:t>
        <a:bodyPr/>
        <a:lstStyle/>
        <a:p>
          <a:r>
            <a:rPr lang="es-ES_tradnl" sz="1800" b="1" dirty="0"/>
            <a:t>T.A.E.</a:t>
          </a:r>
        </a:p>
        <a:p>
          <a:r>
            <a:rPr lang="es-ES_tradnl" sz="1800" b="1" dirty="0"/>
            <a:t>(tipo interés real)</a:t>
          </a:r>
          <a:endParaRPr lang="es-ES" sz="1800" b="1" dirty="0"/>
        </a:p>
      </dgm:t>
    </dgm:pt>
    <dgm:pt modelId="{5B2B053E-8D18-49DF-A06E-118A3D3FD832}" type="parTrans" cxnId="{00695863-5952-4733-9BD2-E9A20223F468}">
      <dgm:prSet/>
      <dgm:spPr/>
      <dgm:t>
        <a:bodyPr/>
        <a:lstStyle/>
        <a:p>
          <a:endParaRPr lang="es-ES" b="1"/>
        </a:p>
      </dgm:t>
    </dgm:pt>
    <dgm:pt modelId="{E2B41605-0EE2-4FCC-9F8C-097400677135}" type="sibTrans" cxnId="{00695863-5952-4733-9BD2-E9A20223F468}">
      <dgm:prSet custT="1"/>
      <dgm:spPr/>
      <dgm:t>
        <a:bodyPr/>
        <a:lstStyle/>
        <a:p>
          <a:endParaRPr lang="es-ES" sz="1800" b="1"/>
        </a:p>
      </dgm:t>
    </dgm:pt>
    <dgm:pt modelId="{3F8120E3-D69F-4775-9917-B9045132F6A5}">
      <dgm:prSet phldrT="[Texto]" custT="1"/>
      <dgm:spPr/>
      <dgm:t>
        <a:bodyPr/>
        <a:lstStyle/>
        <a:p>
          <a:r>
            <a:rPr lang="es-ES_tradnl" sz="1800" b="1" dirty="0"/>
            <a:t>Comisión de cancelación o amortización anticipada</a:t>
          </a:r>
          <a:endParaRPr lang="es-ES" sz="1800" b="1" dirty="0"/>
        </a:p>
      </dgm:t>
    </dgm:pt>
    <dgm:pt modelId="{AD7C58B3-435F-4EAE-BA60-D107B67AE96F}" type="parTrans" cxnId="{D3CD6F58-34B9-4593-948C-3AAED8A8FECA}">
      <dgm:prSet/>
      <dgm:spPr/>
      <dgm:t>
        <a:bodyPr/>
        <a:lstStyle/>
        <a:p>
          <a:endParaRPr lang="es-ES" b="1"/>
        </a:p>
      </dgm:t>
    </dgm:pt>
    <dgm:pt modelId="{D451D564-2C31-46C6-BBFA-DC98F4E9CB35}" type="sibTrans" cxnId="{D3CD6F58-34B9-4593-948C-3AAED8A8FECA}">
      <dgm:prSet custT="1"/>
      <dgm:spPr/>
      <dgm:t>
        <a:bodyPr/>
        <a:lstStyle/>
        <a:p>
          <a:endParaRPr lang="es-ES" sz="1800" b="1"/>
        </a:p>
      </dgm:t>
    </dgm:pt>
    <dgm:pt modelId="{9DDA66CB-9D75-417F-BE3F-4BDCF285A510}">
      <dgm:prSet phldrT="[Texto]" custT="1"/>
      <dgm:spPr/>
      <dgm:t>
        <a:bodyPr/>
        <a:lstStyle/>
        <a:p>
          <a:r>
            <a:rPr lang="es-ES_tradnl" sz="1800" b="1" dirty="0"/>
            <a:t>Plazo de devolución</a:t>
          </a:r>
          <a:endParaRPr lang="es-ES" sz="1800" b="1" dirty="0"/>
        </a:p>
      </dgm:t>
    </dgm:pt>
    <dgm:pt modelId="{F557B48C-6593-4A34-8F8E-FCD3C19178EB}" type="parTrans" cxnId="{90F9C357-41E7-48C5-AFC7-D4047DDE63D0}">
      <dgm:prSet/>
      <dgm:spPr/>
      <dgm:t>
        <a:bodyPr/>
        <a:lstStyle/>
        <a:p>
          <a:endParaRPr lang="es-ES" b="1"/>
        </a:p>
      </dgm:t>
    </dgm:pt>
    <dgm:pt modelId="{46F22E2B-BC8E-4E97-A788-199FD927EE5B}" type="sibTrans" cxnId="{90F9C357-41E7-48C5-AFC7-D4047DDE63D0}">
      <dgm:prSet custT="1"/>
      <dgm:spPr/>
      <dgm:t>
        <a:bodyPr/>
        <a:lstStyle/>
        <a:p>
          <a:endParaRPr lang="es-ES" sz="1800" b="1"/>
        </a:p>
      </dgm:t>
    </dgm:pt>
    <dgm:pt modelId="{C6E449C5-CF9D-4D9A-A29F-3083509542B6}">
      <dgm:prSet phldrT="[Texto]" custT="1"/>
      <dgm:spPr/>
      <dgm:t>
        <a:bodyPr/>
        <a:lstStyle/>
        <a:p>
          <a:r>
            <a:rPr lang="es-ES_tradnl" sz="1800" b="1" dirty="0"/>
            <a:t>Avalista</a:t>
          </a:r>
          <a:endParaRPr lang="es-ES" sz="1800" b="1" dirty="0"/>
        </a:p>
      </dgm:t>
    </dgm:pt>
    <dgm:pt modelId="{31B63E96-52DE-4A53-8126-D0E2D0CAEA22}" type="parTrans" cxnId="{7621EF77-1E99-46BC-ACC9-048F87BD5511}">
      <dgm:prSet/>
      <dgm:spPr/>
      <dgm:t>
        <a:bodyPr/>
        <a:lstStyle/>
        <a:p>
          <a:endParaRPr lang="es-ES" b="1"/>
        </a:p>
      </dgm:t>
    </dgm:pt>
    <dgm:pt modelId="{94570FB7-98E7-4B92-B90D-17E77DEF9FBE}" type="sibTrans" cxnId="{7621EF77-1E99-46BC-ACC9-048F87BD5511}">
      <dgm:prSet custT="1"/>
      <dgm:spPr/>
      <dgm:t>
        <a:bodyPr/>
        <a:lstStyle/>
        <a:p>
          <a:endParaRPr lang="es-ES" sz="1800" b="1"/>
        </a:p>
      </dgm:t>
    </dgm:pt>
    <dgm:pt modelId="{8B3A0971-F206-439F-8D4E-FAB08F211B78}">
      <dgm:prSet phldrT="[Texto]" custT="1"/>
      <dgm:spPr/>
      <dgm:t>
        <a:bodyPr/>
        <a:lstStyle/>
        <a:p>
          <a:r>
            <a:rPr lang="es-ES_tradnl" sz="1800" b="1" dirty="0"/>
            <a:t>Seguros de vida</a:t>
          </a:r>
          <a:endParaRPr lang="es-ES" sz="1800" b="1" dirty="0"/>
        </a:p>
      </dgm:t>
    </dgm:pt>
    <dgm:pt modelId="{0B72600F-CB70-40C8-8BFC-96C93F6495C4}" type="parTrans" cxnId="{002300E7-7F1E-4C99-90D7-272C236B0B43}">
      <dgm:prSet/>
      <dgm:spPr/>
      <dgm:t>
        <a:bodyPr/>
        <a:lstStyle/>
        <a:p>
          <a:endParaRPr lang="es-ES" b="1"/>
        </a:p>
      </dgm:t>
    </dgm:pt>
    <dgm:pt modelId="{12EA0B31-A4C4-4E1F-AAE8-13695B316FF5}" type="sibTrans" cxnId="{002300E7-7F1E-4C99-90D7-272C236B0B43}">
      <dgm:prSet custT="1"/>
      <dgm:spPr/>
      <dgm:t>
        <a:bodyPr/>
        <a:lstStyle/>
        <a:p>
          <a:endParaRPr lang="es-ES" sz="1800" b="1"/>
        </a:p>
      </dgm:t>
    </dgm:pt>
    <dgm:pt modelId="{EB59693E-CFAC-4B62-BC2C-CF71E1B11D83}" type="pres">
      <dgm:prSet presAssocID="{2E65D6B0-627F-473B-B3B3-A14742FC191E}" presName="diagram" presStyleCnt="0">
        <dgm:presLayoutVars>
          <dgm:dir/>
          <dgm:resizeHandles val="exact"/>
        </dgm:presLayoutVars>
      </dgm:prSet>
      <dgm:spPr/>
    </dgm:pt>
    <dgm:pt modelId="{2E12D21E-FF2C-4471-8328-05304A41D821}" type="pres">
      <dgm:prSet presAssocID="{7E79F331-CACE-49EF-B907-469A0376F84C}" presName="node" presStyleLbl="node1" presStyleIdx="0" presStyleCnt="10" custScaleY="118294">
        <dgm:presLayoutVars>
          <dgm:bulletEnabled val="1"/>
        </dgm:presLayoutVars>
      </dgm:prSet>
      <dgm:spPr/>
    </dgm:pt>
    <dgm:pt modelId="{9E04826C-18D8-4451-AA32-4D7AA5A64A8B}" type="pres">
      <dgm:prSet presAssocID="{91AC3000-2329-44CF-911B-5DD1261CCBA7}" presName="sibTrans" presStyleCnt="0"/>
      <dgm:spPr/>
    </dgm:pt>
    <dgm:pt modelId="{1A2CD225-D542-4D7E-A5D4-0B9876C1B97E}" type="pres">
      <dgm:prSet presAssocID="{32E3B8DA-40E3-47A8-A17F-0237C1273318}" presName="node" presStyleLbl="node1" presStyleIdx="1" presStyleCnt="10" custScaleY="118294">
        <dgm:presLayoutVars>
          <dgm:bulletEnabled val="1"/>
        </dgm:presLayoutVars>
      </dgm:prSet>
      <dgm:spPr/>
    </dgm:pt>
    <dgm:pt modelId="{CFDE4BAA-589B-41BA-8BDB-297518DD41F4}" type="pres">
      <dgm:prSet presAssocID="{6D0CC514-0CE0-417C-BDA2-08AE40679076}" presName="sibTrans" presStyleCnt="0"/>
      <dgm:spPr/>
    </dgm:pt>
    <dgm:pt modelId="{7B580FDA-0186-4E9C-B5F7-30AEC24EBC67}" type="pres">
      <dgm:prSet presAssocID="{21465F04-6AEA-4542-9471-8276ACF07395}" presName="node" presStyleLbl="node1" presStyleIdx="2" presStyleCnt="10" custScaleY="118294">
        <dgm:presLayoutVars>
          <dgm:bulletEnabled val="1"/>
        </dgm:presLayoutVars>
      </dgm:prSet>
      <dgm:spPr/>
    </dgm:pt>
    <dgm:pt modelId="{D41C245E-E24A-4F35-BF72-8C81EFC11D5C}" type="pres">
      <dgm:prSet presAssocID="{10BF07BB-6891-4782-B2A1-58FD2FAB5127}" presName="sibTrans" presStyleCnt="0"/>
      <dgm:spPr/>
    </dgm:pt>
    <dgm:pt modelId="{BA1C7FB8-50E8-40C8-8425-FE2F91D90916}" type="pres">
      <dgm:prSet presAssocID="{D7452D24-53CA-4A55-B34E-6182C9CEDE90}" presName="node" presStyleLbl="node1" presStyleIdx="3" presStyleCnt="10" custScaleY="118294">
        <dgm:presLayoutVars>
          <dgm:bulletEnabled val="1"/>
        </dgm:presLayoutVars>
      </dgm:prSet>
      <dgm:spPr/>
    </dgm:pt>
    <dgm:pt modelId="{66D2A0CF-2F6D-49A1-8AE4-BE1EAC92B291}" type="pres">
      <dgm:prSet presAssocID="{B5D114D5-DBA1-4186-990E-867A9AA1F8C9}" presName="sibTrans" presStyleCnt="0"/>
      <dgm:spPr/>
    </dgm:pt>
    <dgm:pt modelId="{E195CFBA-1F96-497D-BE98-8955968F38AA}" type="pres">
      <dgm:prSet presAssocID="{B331643C-05CA-4475-9E2B-26D796088175}" presName="node" presStyleLbl="node1" presStyleIdx="4" presStyleCnt="10" custScaleY="118294">
        <dgm:presLayoutVars>
          <dgm:bulletEnabled val="1"/>
        </dgm:presLayoutVars>
      </dgm:prSet>
      <dgm:spPr/>
    </dgm:pt>
    <dgm:pt modelId="{653D384B-533A-4FF0-AF79-AFB54C2E888F}" type="pres">
      <dgm:prSet presAssocID="{03655253-B7B2-4D5B-B3C5-D3884F77D537}" presName="sibTrans" presStyleCnt="0"/>
      <dgm:spPr/>
    </dgm:pt>
    <dgm:pt modelId="{BD8BF876-7A78-4C41-8EA5-81FF3851F0A6}" type="pres">
      <dgm:prSet presAssocID="{EFB9FAF7-FF6B-4A45-9840-53CB622DF3A0}" presName="node" presStyleLbl="node1" presStyleIdx="5" presStyleCnt="10" custScaleY="118294">
        <dgm:presLayoutVars>
          <dgm:bulletEnabled val="1"/>
        </dgm:presLayoutVars>
      </dgm:prSet>
      <dgm:spPr/>
    </dgm:pt>
    <dgm:pt modelId="{7A7EC504-FF51-435D-BF0F-E95A04B43586}" type="pres">
      <dgm:prSet presAssocID="{E2B41605-0EE2-4FCC-9F8C-097400677135}" presName="sibTrans" presStyleCnt="0"/>
      <dgm:spPr/>
    </dgm:pt>
    <dgm:pt modelId="{D9A1919D-A503-4352-A023-C84F351FD38D}" type="pres">
      <dgm:prSet presAssocID="{3F8120E3-D69F-4775-9917-B9045132F6A5}" presName="node" presStyleLbl="node1" presStyleIdx="6" presStyleCnt="10" custScaleY="118294">
        <dgm:presLayoutVars>
          <dgm:bulletEnabled val="1"/>
        </dgm:presLayoutVars>
      </dgm:prSet>
      <dgm:spPr/>
    </dgm:pt>
    <dgm:pt modelId="{A56BAF87-434E-4653-A376-E63D2B422D2A}" type="pres">
      <dgm:prSet presAssocID="{D451D564-2C31-46C6-BBFA-DC98F4E9CB35}" presName="sibTrans" presStyleCnt="0"/>
      <dgm:spPr/>
    </dgm:pt>
    <dgm:pt modelId="{22E098D1-C608-4D15-B695-0496E8A1FCD6}" type="pres">
      <dgm:prSet presAssocID="{9DDA66CB-9D75-417F-BE3F-4BDCF285A510}" presName="node" presStyleLbl="node1" presStyleIdx="7" presStyleCnt="10" custScaleY="118294">
        <dgm:presLayoutVars>
          <dgm:bulletEnabled val="1"/>
        </dgm:presLayoutVars>
      </dgm:prSet>
      <dgm:spPr/>
    </dgm:pt>
    <dgm:pt modelId="{F3E3B668-B16B-45DA-B89B-CB5C5BFE43AD}" type="pres">
      <dgm:prSet presAssocID="{46F22E2B-BC8E-4E97-A788-199FD927EE5B}" presName="sibTrans" presStyleCnt="0"/>
      <dgm:spPr/>
    </dgm:pt>
    <dgm:pt modelId="{C7C200E3-A4CC-4DC5-A128-AC4D45552AD6}" type="pres">
      <dgm:prSet presAssocID="{C6E449C5-CF9D-4D9A-A29F-3083509542B6}" presName="node" presStyleLbl="node1" presStyleIdx="8" presStyleCnt="10" custScaleY="118294">
        <dgm:presLayoutVars>
          <dgm:bulletEnabled val="1"/>
        </dgm:presLayoutVars>
      </dgm:prSet>
      <dgm:spPr/>
    </dgm:pt>
    <dgm:pt modelId="{868D706A-5431-4BC4-B85A-10F98E58EE82}" type="pres">
      <dgm:prSet presAssocID="{94570FB7-98E7-4B92-B90D-17E77DEF9FBE}" presName="sibTrans" presStyleCnt="0"/>
      <dgm:spPr/>
    </dgm:pt>
    <dgm:pt modelId="{B1EF2C00-3CCD-4C7D-908A-F9BF015EF505}" type="pres">
      <dgm:prSet presAssocID="{8B3A0971-F206-439F-8D4E-FAB08F211B78}" presName="node" presStyleLbl="node1" presStyleIdx="9" presStyleCnt="10" custScaleY="118294">
        <dgm:presLayoutVars>
          <dgm:bulletEnabled val="1"/>
        </dgm:presLayoutVars>
      </dgm:prSet>
      <dgm:spPr/>
    </dgm:pt>
  </dgm:ptLst>
  <dgm:cxnLst>
    <dgm:cxn modelId="{60BA2720-D41C-4723-8452-39B078D2745F}" type="presOf" srcId="{32E3B8DA-40E3-47A8-A17F-0237C1273318}" destId="{1A2CD225-D542-4D7E-A5D4-0B9876C1B97E}" srcOrd="0" destOrd="0" presId="urn:microsoft.com/office/officeart/2005/8/layout/default"/>
    <dgm:cxn modelId="{1E8C5F2D-9CBA-4948-B5C9-67796A095D17}" type="presOf" srcId="{D7452D24-53CA-4A55-B34E-6182C9CEDE90}" destId="{BA1C7FB8-50E8-40C8-8425-FE2F91D90916}" srcOrd="0" destOrd="0" presId="urn:microsoft.com/office/officeart/2005/8/layout/default"/>
    <dgm:cxn modelId="{00695863-5952-4733-9BD2-E9A20223F468}" srcId="{2E65D6B0-627F-473B-B3B3-A14742FC191E}" destId="{EFB9FAF7-FF6B-4A45-9840-53CB622DF3A0}" srcOrd="5" destOrd="0" parTransId="{5B2B053E-8D18-49DF-A06E-118A3D3FD832}" sibTransId="{E2B41605-0EE2-4FCC-9F8C-097400677135}"/>
    <dgm:cxn modelId="{9D8C2545-8A5D-4C23-A2A9-69AD4F7664E6}" type="presOf" srcId="{B331643C-05CA-4475-9E2B-26D796088175}" destId="{E195CFBA-1F96-497D-BE98-8955968F38AA}" srcOrd="0" destOrd="0" presId="urn:microsoft.com/office/officeart/2005/8/layout/default"/>
    <dgm:cxn modelId="{E345B572-1E12-4371-9F94-3DA78F81879F}" type="presOf" srcId="{9DDA66CB-9D75-417F-BE3F-4BDCF285A510}" destId="{22E098D1-C608-4D15-B695-0496E8A1FCD6}" srcOrd="0" destOrd="0" presId="urn:microsoft.com/office/officeart/2005/8/layout/default"/>
    <dgm:cxn modelId="{34FA6956-E611-418F-B9AE-BA98C1488C20}" srcId="{2E65D6B0-627F-473B-B3B3-A14742FC191E}" destId="{B331643C-05CA-4475-9E2B-26D796088175}" srcOrd="4" destOrd="0" parTransId="{A6163187-2E56-4842-B01C-F674F46BCEE4}" sibTransId="{03655253-B7B2-4D5B-B3C5-D3884F77D537}"/>
    <dgm:cxn modelId="{90F9C357-41E7-48C5-AFC7-D4047DDE63D0}" srcId="{2E65D6B0-627F-473B-B3B3-A14742FC191E}" destId="{9DDA66CB-9D75-417F-BE3F-4BDCF285A510}" srcOrd="7" destOrd="0" parTransId="{F557B48C-6593-4A34-8F8E-FCD3C19178EB}" sibTransId="{46F22E2B-BC8E-4E97-A788-199FD927EE5B}"/>
    <dgm:cxn modelId="{7621EF77-1E99-46BC-ACC9-048F87BD5511}" srcId="{2E65D6B0-627F-473B-B3B3-A14742FC191E}" destId="{C6E449C5-CF9D-4D9A-A29F-3083509542B6}" srcOrd="8" destOrd="0" parTransId="{31B63E96-52DE-4A53-8126-D0E2D0CAEA22}" sibTransId="{94570FB7-98E7-4B92-B90D-17E77DEF9FBE}"/>
    <dgm:cxn modelId="{8CCA2558-1CA4-4A12-AE6C-6FA514C979E0}" srcId="{2E65D6B0-627F-473B-B3B3-A14742FC191E}" destId="{32E3B8DA-40E3-47A8-A17F-0237C1273318}" srcOrd="1" destOrd="0" parTransId="{1D03102F-6D71-4B20-B789-7CC5BE3E9146}" sibTransId="{6D0CC514-0CE0-417C-BDA2-08AE40679076}"/>
    <dgm:cxn modelId="{D3CD6F58-34B9-4593-948C-3AAED8A8FECA}" srcId="{2E65D6B0-627F-473B-B3B3-A14742FC191E}" destId="{3F8120E3-D69F-4775-9917-B9045132F6A5}" srcOrd="6" destOrd="0" parTransId="{AD7C58B3-435F-4EAE-BA60-D107B67AE96F}" sibTransId="{D451D564-2C31-46C6-BBFA-DC98F4E9CB35}"/>
    <dgm:cxn modelId="{251EA384-CF84-4EB6-A5A4-AF8B3BD1C918}" type="presOf" srcId="{21465F04-6AEA-4542-9471-8276ACF07395}" destId="{7B580FDA-0186-4E9C-B5F7-30AEC24EBC67}" srcOrd="0" destOrd="0" presId="urn:microsoft.com/office/officeart/2005/8/layout/default"/>
    <dgm:cxn modelId="{508965B0-744A-4DEE-B895-30128B16508B}" srcId="{2E65D6B0-627F-473B-B3B3-A14742FC191E}" destId="{21465F04-6AEA-4542-9471-8276ACF07395}" srcOrd="2" destOrd="0" parTransId="{0BEFF730-4279-44DE-A97C-4FBF92BCC9A1}" sibTransId="{10BF07BB-6891-4782-B2A1-58FD2FAB5127}"/>
    <dgm:cxn modelId="{A2ABD9BF-E4C1-4EAD-99D0-7A28C88AE938}" type="presOf" srcId="{C6E449C5-CF9D-4D9A-A29F-3083509542B6}" destId="{C7C200E3-A4CC-4DC5-A128-AC4D45552AD6}" srcOrd="0" destOrd="0" presId="urn:microsoft.com/office/officeart/2005/8/layout/default"/>
    <dgm:cxn modelId="{0FBC01C5-9B24-412F-8624-F30923388E9A}" srcId="{2E65D6B0-627F-473B-B3B3-A14742FC191E}" destId="{7E79F331-CACE-49EF-B907-469A0376F84C}" srcOrd="0" destOrd="0" parTransId="{FDE02B73-40FD-4B39-B63C-DF3ECAA6BCCF}" sibTransId="{91AC3000-2329-44CF-911B-5DD1261CCBA7}"/>
    <dgm:cxn modelId="{4B63A3CD-D01B-4C03-AB9F-9CD709A6E1FE}" type="presOf" srcId="{2E65D6B0-627F-473B-B3B3-A14742FC191E}" destId="{EB59693E-CFAC-4B62-BC2C-CF71E1B11D83}" srcOrd="0" destOrd="0" presId="urn:microsoft.com/office/officeart/2005/8/layout/default"/>
    <dgm:cxn modelId="{D4BBFFD6-AB7B-406E-9D0F-91D732BFE37E}" type="presOf" srcId="{7E79F331-CACE-49EF-B907-469A0376F84C}" destId="{2E12D21E-FF2C-4471-8328-05304A41D821}" srcOrd="0" destOrd="0" presId="urn:microsoft.com/office/officeart/2005/8/layout/default"/>
    <dgm:cxn modelId="{002300E7-7F1E-4C99-90D7-272C236B0B43}" srcId="{2E65D6B0-627F-473B-B3B3-A14742FC191E}" destId="{8B3A0971-F206-439F-8D4E-FAB08F211B78}" srcOrd="9" destOrd="0" parTransId="{0B72600F-CB70-40C8-8BFC-96C93F6495C4}" sibTransId="{12EA0B31-A4C4-4E1F-AAE8-13695B316FF5}"/>
    <dgm:cxn modelId="{EA21B6E7-CC3E-448B-A4A0-EE44DA1E7A93}" type="presOf" srcId="{3F8120E3-D69F-4775-9917-B9045132F6A5}" destId="{D9A1919D-A503-4352-A023-C84F351FD38D}" srcOrd="0" destOrd="0" presId="urn:microsoft.com/office/officeart/2005/8/layout/default"/>
    <dgm:cxn modelId="{49EF7FF4-26BC-4EB0-A40D-AF1FDADA19B9}" srcId="{2E65D6B0-627F-473B-B3B3-A14742FC191E}" destId="{D7452D24-53CA-4A55-B34E-6182C9CEDE90}" srcOrd="3" destOrd="0" parTransId="{C63CD206-4447-4393-B7DA-A55EC19B4448}" sibTransId="{B5D114D5-DBA1-4186-990E-867A9AA1F8C9}"/>
    <dgm:cxn modelId="{8C69FFF8-A76F-4449-8112-811F4BB0FA60}" type="presOf" srcId="{8B3A0971-F206-439F-8D4E-FAB08F211B78}" destId="{B1EF2C00-3CCD-4C7D-908A-F9BF015EF505}" srcOrd="0" destOrd="0" presId="urn:microsoft.com/office/officeart/2005/8/layout/default"/>
    <dgm:cxn modelId="{5B8FEBF9-3FB6-41E6-BAED-5D5A66F08EDF}" type="presOf" srcId="{EFB9FAF7-FF6B-4A45-9840-53CB622DF3A0}" destId="{BD8BF876-7A78-4C41-8EA5-81FF3851F0A6}" srcOrd="0" destOrd="0" presId="urn:microsoft.com/office/officeart/2005/8/layout/default"/>
    <dgm:cxn modelId="{22D25740-9F45-4889-BCBD-97C42330D5D4}" type="presParOf" srcId="{EB59693E-CFAC-4B62-BC2C-CF71E1B11D83}" destId="{2E12D21E-FF2C-4471-8328-05304A41D821}" srcOrd="0" destOrd="0" presId="urn:microsoft.com/office/officeart/2005/8/layout/default"/>
    <dgm:cxn modelId="{33D03B54-31E1-4A24-B7D6-BD63C580BB3E}" type="presParOf" srcId="{EB59693E-CFAC-4B62-BC2C-CF71E1B11D83}" destId="{9E04826C-18D8-4451-AA32-4D7AA5A64A8B}" srcOrd="1" destOrd="0" presId="urn:microsoft.com/office/officeart/2005/8/layout/default"/>
    <dgm:cxn modelId="{DA2F07D0-F043-4BA6-8070-559C4F926F55}" type="presParOf" srcId="{EB59693E-CFAC-4B62-BC2C-CF71E1B11D83}" destId="{1A2CD225-D542-4D7E-A5D4-0B9876C1B97E}" srcOrd="2" destOrd="0" presId="urn:microsoft.com/office/officeart/2005/8/layout/default"/>
    <dgm:cxn modelId="{AC705D32-A45A-4B8A-AE92-20A4E430B873}" type="presParOf" srcId="{EB59693E-CFAC-4B62-BC2C-CF71E1B11D83}" destId="{CFDE4BAA-589B-41BA-8BDB-297518DD41F4}" srcOrd="3" destOrd="0" presId="urn:microsoft.com/office/officeart/2005/8/layout/default"/>
    <dgm:cxn modelId="{0F963B0E-D5E7-4E67-A127-4AC3AFF2EA85}" type="presParOf" srcId="{EB59693E-CFAC-4B62-BC2C-CF71E1B11D83}" destId="{7B580FDA-0186-4E9C-B5F7-30AEC24EBC67}" srcOrd="4" destOrd="0" presId="urn:microsoft.com/office/officeart/2005/8/layout/default"/>
    <dgm:cxn modelId="{ED7DFFBC-3276-4D89-A946-09F738C3B2EE}" type="presParOf" srcId="{EB59693E-CFAC-4B62-BC2C-CF71E1B11D83}" destId="{D41C245E-E24A-4F35-BF72-8C81EFC11D5C}" srcOrd="5" destOrd="0" presId="urn:microsoft.com/office/officeart/2005/8/layout/default"/>
    <dgm:cxn modelId="{3A295BCE-5051-4765-9C44-372DBE00413E}" type="presParOf" srcId="{EB59693E-CFAC-4B62-BC2C-CF71E1B11D83}" destId="{BA1C7FB8-50E8-40C8-8425-FE2F91D90916}" srcOrd="6" destOrd="0" presId="urn:microsoft.com/office/officeart/2005/8/layout/default"/>
    <dgm:cxn modelId="{76C1B270-F036-4F37-99BB-F526CD3D1891}" type="presParOf" srcId="{EB59693E-CFAC-4B62-BC2C-CF71E1B11D83}" destId="{66D2A0CF-2F6D-49A1-8AE4-BE1EAC92B291}" srcOrd="7" destOrd="0" presId="urn:microsoft.com/office/officeart/2005/8/layout/default"/>
    <dgm:cxn modelId="{BBAADD21-40DB-437C-A106-6D14FF863B8A}" type="presParOf" srcId="{EB59693E-CFAC-4B62-BC2C-CF71E1B11D83}" destId="{E195CFBA-1F96-497D-BE98-8955968F38AA}" srcOrd="8" destOrd="0" presId="urn:microsoft.com/office/officeart/2005/8/layout/default"/>
    <dgm:cxn modelId="{F0332BDC-EFB7-46F9-8BB6-4E305EE1B155}" type="presParOf" srcId="{EB59693E-CFAC-4B62-BC2C-CF71E1B11D83}" destId="{653D384B-533A-4FF0-AF79-AFB54C2E888F}" srcOrd="9" destOrd="0" presId="urn:microsoft.com/office/officeart/2005/8/layout/default"/>
    <dgm:cxn modelId="{C810890E-47B7-498B-AFEF-E10F0D89EA68}" type="presParOf" srcId="{EB59693E-CFAC-4B62-BC2C-CF71E1B11D83}" destId="{BD8BF876-7A78-4C41-8EA5-81FF3851F0A6}" srcOrd="10" destOrd="0" presId="urn:microsoft.com/office/officeart/2005/8/layout/default"/>
    <dgm:cxn modelId="{2D76DB56-2921-498C-B470-D44B671C7C02}" type="presParOf" srcId="{EB59693E-CFAC-4B62-BC2C-CF71E1B11D83}" destId="{7A7EC504-FF51-435D-BF0F-E95A04B43586}" srcOrd="11" destOrd="0" presId="urn:microsoft.com/office/officeart/2005/8/layout/default"/>
    <dgm:cxn modelId="{A0A73152-B8B4-41F3-A07B-E589442CC323}" type="presParOf" srcId="{EB59693E-CFAC-4B62-BC2C-CF71E1B11D83}" destId="{D9A1919D-A503-4352-A023-C84F351FD38D}" srcOrd="12" destOrd="0" presId="urn:microsoft.com/office/officeart/2005/8/layout/default"/>
    <dgm:cxn modelId="{E3C19C2A-5EAC-485E-86CC-4AE5B856FCA4}" type="presParOf" srcId="{EB59693E-CFAC-4B62-BC2C-CF71E1B11D83}" destId="{A56BAF87-434E-4653-A376-E63D2B422D2A}" srcOrd="13" destOrd="0" presId="urn:microsoft.com/office/officeart/2005/8/layout/default"/>
    <dgm:cxn modelId="{F255D97A-3F47-4498-A946-D304368C0817}" type="presParOf" srcId="{EB59693E-CFAC-4B62-BC2C-CF71E1B11D83}" destId="{22E098D1-C608-4D15-B695-0496E8A1FCD6}" srcOrd="14" destOrd="0" presId="urn:microsoft.com/office/officeart/2005/8/layout/default"/>
    <dgm:cxn modelId="{4016E107-F017-4C1E-B89C-50A8A0A3EAFA}" type="presParOf" srcId="{EB59693E-CFAC-4B62-BC2C-CF71E1B11D83}" destId="{F3E3B668-B16B-45DA-B89B-CB5C5BFE43AD}" srcOrd="15" destOrd="0" presId="urn:microsoft.com/office/officeart/2005/8/layout/default"/>
    <dgm:cxn modelId="{BB2B1A4E-CA13-465D-85EF-2C89C4A4D041}" type="presParOf" srcId="{EB59693E-CFAC-4B62-BC2C-CF71E1B11D83}" destId="{C7C200E3-A4CC-4DC5-A128-AC4D45552AD6}" srcOrd="16" destOrd="0" presId="urn:microsoft.com/office/officeart/2005/8/layout/default"/>
    <dgm:cxn modelId="{1E0E02E1-90FE-4836-9645-6DA4F2890F0F}" type="presParOf" srcId="{EB59693E-CFAC-4B62-BC2C-CF71E1B11D83}" destId="{868D706A-5431-4BC4-B85A-10F98E58EE82}" srcOrd="17" destOrd="0" presId="urn:microsoft.com/office/officeart/2005/8/layout/default"/>
    <dgm:cxn modelId="{40CB5A9F-CF3F-4962-9B18-6986D5BF81F9}" type="presParOf" srcId="{EB59693E-CFAC-4B62-BC2C-CF71E1B11D83}" destId="{B1EF2C00-3CCD-4C7D-908A-F9BF015EF505}" srcOrd="1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7881779-38E4-4312-9D06-68CAAF53D155}" type="doc">
      <dgm:prSet loTypeId="urn:microsoft.com/office/officeart/2005/8/layout/process1" loCatId="process" qsTypeId="urn:microsoft.com/office/officeart/2005/8/quickstyle/simple1" qsCatId="simple" csTypeId="urn:microsoft.com/office/officeart/2005/8/colors/accent1_2" csCatId="accent1" phldr="1"/>
      <dgm:spPr/>
    </dgm:pt>
    <dgm:pt modelId="{47080FFD-A82C-43DF-99CD-3FD0D3D47B00}">
      <dgm:prSet phldrT="[Texto]" custT="1"/>
      <dgm:spPr/>
      <dgm:t>
        <a:bodyPr/>
        <a:lstStyle/>
        <a:p>
          <a:r>
            <a:rPr lang="es-ES_tradnl" sz="1800" b="1" dirty="0"/>
            <a:t>Leasing</a:t>
          </a:r>
          <a:endParaRPr lang="es-ES" sz="1800" b="1" dirty="0"/>
        </a:p>
      </dgm:t>
    </dgm:pt>
    <dgm:pt modelId="{2515D4C7-81C8-4598-AB5C-010CDD99B8F7}" type="parTrans" cxnId="{225D94BC-6612-461C-B950-D98089D8791A}">
      <dgm:prSet/>
      <dgm:spPr/>
      <dgm:t>
        <a:bodyPr/>
        <a:lstStyle/>
        <a:p>
          <a:endParaRPr lang="es-ES" sz="1800"/>
        </a:p>
      </dgm:t>
    </dgm:pt>
    <dgm:pt modelId="{DEC4204F-A37F-4EC4-8615-55933111AA05}" type="sibTrans" cxnId="{225D94BC-6612-461C-B950-D98089D8791A}">
      <dgm:prSet custT="1"/>
      <dgm:spPr/>
      <dgm:t>
        <a:bodyPr/>
        <a:lstStyle/>
        <a:p>
          <a:endParaRPr lang="es-ES" sz="1800" dirty="0"/>
        </a:p>
      </dgm:t>
    </dgm:pt>
    <dgm:pt modelId="{9FC816E7-2D2B-4391-B761-9891BF26A417}">
      <dgm:prSet phldrT="[Texto]" custT="1"/>
      <dgm:spPr/>
      <dgm:t>
        <a:bodyPr/>
        <a:lstStyle/>
        <a:p>
          <a:pPr algn="l"/>
          <a:r>
            <a:rPr lang="es-ES_tradnl" sz="1800" dirty="0"/>
            <a:t>- Contrato de alquiler de un activo con opción a compra</a:t>
          </a:r>
        </a:p>
        <a:p>
          <a:pPr algn="l"/>
          <a:r>
            <a:rPr lang="es-ES_tradnl" sz="1800" dirty="0"/>
            <a:t>- 3 opciones (devolverlo, comprarlo o renovar contrato)</a:t>
          </a:r>
        </a:p>
        <a:p>
          <a:pPr algn="l"/>
          <a:r>
            <a:rPr lang="es-ES_tradnl" sz="1800" dirty="0"/>
            <a:t>- No cubre mantenimiento, reparaciones o seguros</a:t>
          </a:r>
        </a:p>
      </dgm:t>
    </dgm:pt>
    <dgm:pt modelId="{E4A294A8-01B7-40FB-83A8-14C33384511C}" type="parTrans" cxnId="{C2917D35-2285-47AB-B42B-94F712A6D539}">
      <dgm:prSet/>
      <dgm:spPr/>
      <dgm:t>
        <a:bodyPr/>
        <a:lstStyle/>
        <a:p>
          <a:endParaRPr lang="es-ES" sz="1800"/>
        </a:p>
      </dgm:t>
    </dgm:pt>
    <dgm:pt modelId="{02FE7E2D-5477-44F6-9041-4C7535098FB9}" type="sibTrans" cxnId="{C2917D35-2285-47AB-B42B-94F712A6D539}">
      <dgm:prSet/>
      <dgm:spPr/>
      <dgm:t>
        <a:bodyPr/>
        <a:lstStyle/>
        <a:p>
          <a:endParaRPr lang="es-ES" sz="1800"/>
        </a:p>
      </dgm:t>
    </dgm:pt>
    <dgm:pt modelId="{8963C1F2-AD5C-4113-BFCE-95190B1B1E94}" type="pres">
      <dgm:prSet presAssocID="{67881779-38E4-4312-9D06-68CAAF53D155}" presName="Name0" presStyleCnt="0">
        <dgm:presLayoutVars>
          <dgm:dir/>
          <dgm:resizeHandles val="exact"/>
        </dgm:presLayoutVars>
      </dgm:prSet>
      <dgm:spPr/>
    </dgm:pt>
    <dgm:pt modelId="{BE88E84F-2245-4FFC-B811-0E7B1C644C44}" type="pres">
      <dgm:prSet presAssocID="{47080FFD-A82C-43DF-99CD-3FD0D3D47B00}" presName="node" presStyleLbl="node1" presStyleIdx="0" presStyleCnt="2" custScaleX="31197" custScaleY="19434" custLinFactNeighborX="12431" custLinFactNeighborY="-1454">
        <dgm:presLayoutVars>
          <dgm:bulletEnabled val="1"/>
        </dgm:presLayoutVars>
      </dgm:prSet>
      <dgm:spPr/>
    </dgm:pt>
    <dgm:pt modelId="{046F87F7-C0A3-471D-9982-D39201E45A99}" type="pres">
      <dgm:prSet presAssocID="{DEC4204F-A37F-4EC4-8615-55933111AA05}" presName="sibTrans" presStyleLbl="sibTrans2D1" presStyleIdx="0" presStyleCnt="1" custScaleY="55407"/>
      <dgm:spPr/>
    </dgm:pt>
    <dgm:pt modelId="{0F74DF56-1316-4741-8F63-71A21E34711A}" type="pres">
      <dgm:prSet presAssocID="{DEC4204F-A37F-4EC4-8615-55933111AA05}" presName="connectorText" presStyleLbl="sibTrans2D1" presStyleIdx="0" presStyleCnt="1"/>
      <dgm:spPr/>
    </dgm:pt>
    <dgm:pt modelId="{BF2040CD-8782-4FBD-A54A-F2D2D0B1750C}" type="pres">
      <dgm:prSet presAssocID="{9FC816E7-2D2B-4391-B761-9891BF26A417}" presName="node" presStyleLbl="node1" presStyleIdx="1" presStyleCnt="2" custScaleX="128963" custScaleY="54575">
        <dgm:presLayoutVars>
          <dgm:bulletEnabled val="1"/>
        </dgm:presLayoutVars>
      </dgm:prSet>
      <dgm:spPr/>
    </dgm:pt>
  </dgm:ptLst>
  <dgm:cxnLst>
    <dgm:cxn modelId="{152A480C-4220-4002-87AD-841A851F1924}" type="presOf" srcId="{9FC816E7-2D2B-4391-B761-9891BF26A417}" destId="{BF2040CD-8782-4FBD-A54A-F2D2D0B1750C}" srcOrd="0" destOrd="0" presId="urn:microsoft.com/office/officeart/2005/8/layout/process1"/>
    <dgm:cxn modelId="{C2917D35-2285-47AB-B42B-94F712A6D539}" srcId="{67881779-38E4-4312-9D06-68CAAF53D155}" destId="{9FC816E7-2D2B-4391-B761-9891BF26A417}" srcOrd="1" destOrd="0" parTransId="{E4A294A8-01B7-40FB-83A8-14C33384511C}" sibTransId="{02FE7E2D-5477-44F6-9041-4C7535098FB9}"/>
    <dgm:cxn modelId="{5F140966-5983-40D1-AD73-2B095AE9C085}" type="presOf" srcId="{DEC4204F-A37F-4EC4-8615-55933111AA05}" destId="{046F87F7-C0A3-471D-9982-D39201E45A99}" srcOrd="0" destOrd="0" presId="urn:microsoft.com/office/officeart/2005/8/layout/process1"/>
    <dgm:cxn modelId="{1575F38F-543C-4515-B9D7-A1E93FD1DB1B}" type="presOf" srcId="{67881779-38E4-4312-9D06-68CAAF53D155}" destId="{8963C1F2-AD5C-4113-BFCE-95190B1B1E94}" srcOrd="0" destOrd="0" presId="urn:microsoft.com/office/officeart/2005/8/layout/process1"/>
    <dgm:cxn modelId="{225D94BC-6612-461C-B950-D98089D8791A}" srcId="{67881779-38E4-4312-9D06-68CAAF53D155}" destId="{47080FFD-A82C-43DF-99CD-3FD0D3D47B00}" srcOrd="0" destOrd="0" parTransId="{2515D4C7-81C8-4598-AB5C-010CDD99B8F7}" sibTransId="{DEC4204F-A37F-4EC4-8615-55933111AA05}"/>
    <dgm:cxn modelId="{FB74D1EB-723C-4EA6-A7C5-5E319D25DA22}" type="presOf" srcId="{DEC4204F-A37F-4EC4-8615-55933111AA05}" destId="{0F74DF56-1316-4741-8F63-71A21E34711A}" srcOrd="1" destOrd="0" presId="urn:microsoft.com/office/officeart/2005/8/layout/process1"/>
    <dgm:cxn modelId="{9B48D9FB-122E-4723-9BD2-5120E8DE6B81}" type="presOf" srcId="{47080FFD-A82C-43DF-99CD-3FD0D3D47B00}" destId="{BE88E84F-2245-4FFC-B811-0E7B1C644C44}" srcOrd="0" destOrd="0" presId="urn:microsoft.com/office/officeart/2005/8/layout/process1"/>
    <dgm:cxn modelId="{5982A57C-F787-4A1A-993C-B1041EA3A12F}" type="presParOf" srcId="{8963C1F2-AD5C-4113-BFCE-95190B1B1E94}" destId="{BE88E84F-2245-4FFC-B811-0E7B1C644C44}" srcOrd="0" destOrd="0" presId="urn:microsoft.com/office/officeart/2005/8/layout/process1"/>
    <dgm:cxn modelId="{57F6C0BF-9E24-46B8-BFE2-F5506351CC07}" type="presParOf" srcId="{8963C1F2-AD5C-4113-BFCE-95190B1B1E94}" destId="{046F87F7-C0A3-471D-9982-D39201E45A99}" srcOrd="1" destOrd="0" presId="urn:microsoft.com/office/officeart/2005/8/layout/process1"/>
    <dgm:cxn modelId="{A82B7E66-66A6-4863-9698-B4E081D87314}" type="presParOf" srcId="{046F87F7-C0A3-471D-9982-D39201E45A99}" destId="{0F74DF56-1316-4741-8F63-71A21E34711A}" srcOrd="0" destOrd="0" presId="urn:microsoft.com/office/officeart/2005/8/layout/process1"/>
    <dgm:cxn modelId="{57B90C9B-DF86-45AE-B413-67AA797133C3}" type="presParOf" srcId="{8963C1F2-AD5C-4113-BFCE-95190B1B1E94}" destId="{BF2040CD-8782-4FBD-A54A-F2D2D0B1750C}"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7881779-38E4-4312-9D06-68CAAF53D155}" type="doc">
      <dgm:prSet loTypeId="urn:microsoft.com/office/officeart/2005/8/layout/process1" loCatId="process" qsTypeId="urn:microsoft.com/office/officeart/2005/8/quickstyle/simple1" qsCatId="simple" csTypeId="urn:microsoft.com/office/officeart/2005/8/colors/accent1_2" csCatId="accent1" phldr="1"/>
      <dgm:spPr/>
    </dgm:pt>
    <dgm:pt modelId="{47080FFD-A82C-43DF-99CD-3FD0D3D47B00}">
      <dgm:prSet phldrT="[Texto]" custT="1"/>
      <dgm:spPr/>
      <dgm:t>
        <a:bodyPr/>
        <a:lstStyle/>
        <a:p>
          <a:r>
            <a:rPr lang="es-ES_tradnl" sz="1800" b="1" dirty="0"/>
            <a:t>Renting</a:t>
          </a:r>
          <a:endParaRPr lang="es-ES" sz="1800" b="1" dirty="0"/>
        </a:p>
      </dgm:t>
    </dgm:pt>
    <dgm:pt modelId="{2515D4C7-81C8-4598-AB5C-010CDD99B8F7}" type="parTrans" cxnId="{225D94BC-6612-461C-B950-D98089D8791A}">
      <dgm:prSet/>
      <dgm:spPr/>
      <dgm:t>
        <a:bodyPr/>
        <a:lstStyle/>
        <a:p>
          <a:endParaRPr lang="es-ES" sz="1800"/>
        </a:p>
      </dgm:t>
    </dgm:pt>
    <dgm:pt modelId="{DEC4204F-A37F-4EC4-8615-55933111AA05}" type="sibTrans" cxnId="{225D94BC-6612-461C-B950-D98089D8791A}">
      <dgm:prSet custT="1"/>
      <dgm:spPr/>
      <dgm:t>
        <a:bodyPr/>
        <a:lstStyle/>
        <a:p>
          <a:endParaRPr lang="es-ES" sz="1800" dirty="0"/>
        </a:p>
      </dgm:t>
    </dgm:pt>
    <dgm:pt modelId="{9FC816E7-2D2B-4391-B761-9891BF26A417}">
      <dgm:prSet phldrT="[Texto]" custT="1"/>
      <dgm:spPr/>
      <dgm:t>
        <a:bodyPr/>
        <a:lstStyle/>
        <a:p>
          <a:pPr algn="l"/>
          <a:r>
            <a:rPr lang="es-ES_tradnl" sz="1800" dirty="0"/>
            <a:t>- Contrato de alquiler de un activo mueble de la empresa que incluye además mantenimiento, reparaciones y seguros</a:t>
          </a:r>
        </a:p>
        <a:p>
          <a:pPr algn="l"/>
          <a:r>
            <a:rPr lang="es-ES_tradnl" sz="1800" dirty="0"/>
            <a:t>- No tiene opción de comprar</a:t>
          </a:r>
        </a:p>
        <a:p>
          <a:pPr algn="l"/>
          <a:r>
            <a:rPr lang="es-ES_tradnl" sz="1800" dirty="0"/>
            <a:t>- Tanto particulares como empresas</a:t>
          </a:r>
        </a:p>
      </dgm:t>
    </dgm:pt>
    <dgm:pt modelId="{E4A294A8-01B7-40FB-83A8-14C33384511C}" type="parTrans" cxnId="{C2917D35-2285-47AB-B42B-94F712A6D539}">
      <dgm:prSet/>
      <dgm:spPr/>
      <dgm:t>
        <a:bodyPr/>
        <a:lstStyle/>
        <a:p>
          <a:endParaRPr lang="es-ES" sz="1800"/>
        </a:p>
      </dgm:t>
    </dgm:pt>
    <dgm:pt modelId="{02FE7E2D-5477-44F6-9041-4C7535098FB9}" type="sibTrans" cxnId="{C2917D35-2285-47AB-B42B-94F712A6D539}">
      <dgm:prSet/>
      <dgm:spPr/>
      <dgm:t>
        <a:bodyPr/>
        <a:lstStyle/>
        <a:p>
          <a:endParaRPr lang="es-ES" sz="1800"/>
        </a:p>
      </dgm:t>
    </dgm:pt>
    <dgm:pt modelId="{8963C1F2-AD5C-4113-BFCE-95190B1B1E94}" type="pres">
      <dgm:prSet presAssocID="{67881779-38E4-4312-9D06-68CAAF53D155}" presName="Name0" presStyleCnt="0">
        <dgm:presLayoutVars>
          <dgm:dir/>
          <dgm:resizeHandles val="exact"/>
        </dgm:presLayoutVars>
      </dgm:prSet>
      <dgm:spPr/>
    </dgm:pt>
    <dgm:pt modelId="{BE88E84F-2245-4FFC-B811-0E7B1C644C44}" type="pres">
      <dgm:prSet presAssocID="{47080FFD-A82C-43DF-99CD-3FD0D3D47B00}" presName="node" presStyleLbl="node1" presStyleIdx="0" presStyleCnt="2" custScaleX="31197" custScaleY="19434" custLinFactNeighborX="12431" custLinFactNeighborY="-1454">
        <dgm:presLayoutVars>
          <dgm:bulletEnabled val="1"/>
        </dgm:presLayoutVars>
      </dgm:prSet>
      <dgm:spPr/>
    </dgm:pt>
    <dgm:pt modelId="{046F87F7-C0A3-471D-9982-D39201E45A99}" type="pres">
      <dgm:prSet presAssocID="{DEC4204F-A37F-4EC4-8615-55933111AA05}" presName="sibTrans" presStyleLbl="sibTrans2D1" presStyleIdx="0" presStyleCnt="1" custScaleY="51893"/>
      <dgm:spPr/>
    </dgm:pt>
    <dgm:pt modelId="{0F74DF56-1316-4741-8F63-71A21E34711A}" type="pres">
      <dgm:prSet presAssocID="{DEC4204F-A37F-4EC4-8615-55933111AA05}" presName="connectorText" presStyleLbl="sibTrans2D1" presStyleIdx="0" presStyleCnt="1"/>
      <dgm:spPr/>
    </dgm:pt>
    <dgm:pt modelId="{BF2040CD-8782-4FBD-A54A-F2D2D0B1750C}" type="pres">
      <dgm:prSet presAssocID="{9FC816E7-2D2B-4391-B761-9891BF26A417}" presName="node" presStyleLbl="node1" presStyleIdx="1" presStyleCnt="2" custScaleX="178072" custScaleY="73031">
        <dgm:presLayoutVars>
          <dgm:bulletEnabled val="1"/>
        </dgm:presLayoutVars>
      </dgm:prSet>
      <dgm:spPr/>
    </dgm:pt>
  </dgm:ptLst>
  <dgm:cxnLst>
    <dgm:cxn modelId="{27E47C2D-E52F-4607-9D68-E4E8C6AF7AAA}" type="presOf" srcId="{47080FFD-A82C-43DF-99CD-3FD0D3D47B00}" destId="{BE88E84F-2245-4FFC-B811-0E7B1C644C44}" srcOrd="0" destOrd="0" presId="urn:microsoft.com/office/officeart/2005/8/layout/process1"/>
    <dgm:cxn modelId="{C2917D35-2285-47AB-B42B-94F712A6D539}" srcId="{67881779-38E4-4312-9D06-68CAAF53D155}" destId="{9FC816E7-2D2B-4391-B761-9891BF26A417}" srcOrd="1" destOrd="0" parTransId="{E4A294A8-01B7-40FB-83A8-14C33384511C}" sibTransId="{02FE7E2D-5477-44F6-9041-4C7535098FB9}"/>
    <dgm:cxn modelId="{225D94BC-6612-461C-B950-D98089D8791A}" srcId="{67881779-38E4-4312-9D06-68CAAF53D155}" destId="{47080FFD-A82C-43DF-99CD-3FD0D3D47B00}" srcOrd="0" destOrd="0" parTransId="{2515D4C7-81C8-4598-AB5C-010CDD99B8F7}" sibTransId="{DEC4204F-A37F-4EC4-8615-55933111AA05}"/>
    <dgm:cxn modelId="{37EA27D8-D123-4A9D-973E-0C047F0474DB}" type="presOf" srcId="{9FC816E7-2D2B-4391-B761-9891BF26A417}" destId="{BF2040CD-8782-4FBD-A54A-F2D2D0B1750C}" srcOrd="0" destOrd="0" presId="urn:microsoft.com/office/officeart/2005/8/layout/process1"/>
    <dgm:cxn modelId="{4B5581E2-D3F7-4134-81BF-3AF632941159}" type="presOf" srcId="{67881779-38E4-4312-9D06-68CAAF53D155}" destId="{8963C1F2-AD5C-4113-BFCE-95190B1B1E94}" srcOrd="0" destOrd="0" presId="urn:microsoft.com/office/officeart/2005/8/layout/process1"/>
    <dgm:cxn modelId="{F28C15EC-0426-4301-82EC-A51EA0F81738}" type="presOf" srcId="{DEC4204F-A37F-4EC4-8615-55933111AA05}" destId="{0F74DF56-1316-4741-8F63-71A21E34711A}" srcOrd="1" destOrd="0" presId="urn:microsoft.com/office/officeart/2005/8/layout/process1"/>
    <dgm:cxn modelId="{EB2F26F2-79F6-4B58-A21F-3F135C3F6BA8}" type="presOf" srcId="{DEC4204F-A37F-4EC4-8615-55933111AA05}" destId="{046F87F7-C0A3-471D-9982-D39201E45A99}" srcOrd="0" destOrd="0" presId="urn:microsoft.com/office/officeart/2005/8/layout/process1"/>
    <dgm:cxn modelId="{F9368EA7-47FF-497E-BAE2-BA3A9CD1B2F5}" type="presParOf" srcId="{8963C1F2-AD5C-4113-BFCE-95190B1B1E94}" destId="{BE88E84F-2245-4FFC-B811-0E7B1C644C44}" srcOrd="0" destOrd="0" presId="urn:microsoft.com/office/officeart/2005/8/layout/process1"/>
    <dgm:cxn modelId="{D460EA46-AB73-43FE-9FCB-A450DD4702EA}" type="presParOf" srcId="{8963C1F2-AD5C-4113-BFCE-95190B1B1E94}" destId="{046F87F7-C0A3-471D-9982-D39201E45A99}" srcOrd="1" destOrd="0" presId="urn:microsoft.com/office/officeart/2005/8/layout/process1"/>
    <dgm:cxn modelId="{EDC19288-5291-4BBC-BC63-417EBD31D6D1}" type="presParOf" srcId="{046F87F7-C0A3-471D-9982-D39201E45A99}" destId="{0F74DF56-1316-4741-8F63-71A21E34711A}" srcOrd="0" destOrd="0" presId="urn:microsoft.com/office/officeart/2005/8/layout/process1"/>
    <dgm:cxn modelId="{2B1EAA8E-189A-48F0-8118-CD4430E02F5D}" type="presParOf" srcId="{8963C1F2-AD5C-4113-BFCE-95190B1B1E94}" destId="{BF2040CD-8782-4FBD-A54A-F2D2D0B1750C}" srcOrd="2"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0E180CE-1E57-40CC-84A3-976CB47B6D38}"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s-ES"/>
        </a:p>
      </dgm:t>
    </dgm:pt>
    <dgm:pt modelId="{9572F8AA-6CDD-4CA3-9B25-2C8DA29C1FE4}">
      <dgm:prSet phldrT="[Texto]" custT="1"/>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s-ES_tradnl" sz="1800" dirty="0"/>
            <a:t>El banco anticipa el valor de la letra o el pagaré menos los interese y los gastos</a:t>
          </a:r>
          <a:endParaRPr lang="es-ES" sz="1800" dirty="0"/>
        </a:p>
      </dgm:t>
    </dgm:pt>
    <dgm:pt modelId="{7BDEBF4D-221D-4F13-A29E-2EEBE68D417D}" type="parTrans" cxnId="{6C65B21E-1A51-4EA4-8E2D-9D7CB66BEBFD}">
      <dgm:prSet/>
      <dgm:spPr/>
      <dgm:t>
        <a:bodyPr/>
        <a:lstStyle/>
        <a:p>
          <a:endParaRPr lang="es-ES" sz="1800"/>
        </a:p>
      </dgm:t>
    </dgm:pt>
    <dgm:pt modelId="{A753CF02-EE2A-463D-BAC8-15BA1844B2ED}" type="sibTrans" cxnId="{6C65B21E-1A51-4EA4-8E2D-9D7CB66BEBFD}">
      <dgm:prSet/>
      <dgm:spPr/>
      <dgm:t>
        <a:bodyPr/>
        <a:lstStyle/>
        <a:p>
          <a:endParaRPr lang="es-ES" sz="1800" dirty="0"/>
        </a:p>
      </dgm:t>
    </dgm:pt>
    <dgm:pt modelId="{3B89A6B7-B394-47D0-94DE-B0FB8152E1F1}">
      <dgm:prSet phldrT="[Texto]" custT="1"/>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s-ES_tradnl" sz="1800" dirty="0"/>
            <a:t>Cuando llega el vencimiento el banco gestiona el cobro al cliente</a:t>
          </a:r>
          <a:endParaRPr lang="es-ES" sz="1800" dirty="0"/>
        </a:p>
      </dgm:t>
    </dgm:pt>
    <dgm:pt modelId="{1672584A-6611-4CA7-AE4A-41ABFB0A08F2}" type="parTrans" cxnId="{659A8ADA-D124-4B6D-BF8F-AB42D9991A11}">
      <dgm:prSet/>
      <dgm:spPr/>
      <dgm:t>
        <a:bodyPr/>
        <a:lstStyle/>
        <a:p>
          <a:endParaRPr lang="es-ES" sz="1800"/>
        </a:p>
      </dgm:t>
    </dgm:pt>
    <dgm:pt modelId="{AB730AE6-E462-44E7-A140-B755E957CA3A}" type="sibTrans" cxnId="{659A8ADA-D124-4B6D-BF8F-AB42D9991A11}">
      <dgm:prSet/>
      <dgm:spPr/>
      <dgm:t>
        <a:bodyPr/>
        <a:lstStyle/>
        <a:p>
          <a:endParaRPr lang="es-ES" sz="1800" dirty="0"/>
        </a:p>
      </dgm:t>
    </dgm:pt>
    <dgm:pt modelId="{7867AF89-C570-4BA4-AC0C-869B2B37340F}">
      <dgm:prSet phldrT="[Texto]" custT="1"/>
      <dgm:spPr/>
      <dgm:t>
        <a:bodyPr/>
        <a:lstStyle/>
        <a:p>
          <a:r>
            <a:rPr lang="es-ES_tradnl" sz="1800" dirty="0"/>
            <a:t>En caso de que el cliente no pague al banco, el banco nos devolverá la letra o el pagará y nos lo cobrará en la cuenta junto con los gastos de gestión de impagados</a:t>
          </a:r>
          <a:endParaRPr lang="es-ES" sz="1800" dirty="0"/>
        </a:p>
      </dgm:t>
    </dgm:pt>
    <dgm:pt modelId="{235E17BE-1210-4871-9046-2B4F87980B7F}" type="parTrans" cxnId="{63166F19-0267-49F2-A9C0-A1E98C348433}">
      <dgm:prSet/>
      <dgm:spPr/>
      <dgm:t>
        <a:bodyPr/>
        <a:lstStyle/>
        <a:p>
          <a:endParaRPr lang="es-ES" sz="1800"/>
        </a:p>
      </dgm:t>
    </dgm:pt>
    <dgm:pt modelId="{D7F53793-2882-4D3D-B817-325F449041E3}" type="sibTrans" cxnId="{63166F19-0267-49F2-A9C0-A1E98C348433}">
      <dgm:prSet/>
      <dgm:spPr/>
      <dgm:t>
        <a:bodyPr/>
        <a:lstStyle/>
        <a:p>
          <a:endParaRPr lang="es-ES" sz="1800" dirty="0"/>
        </a:p>
      </dgm:t>
    </dgm:pt>
    <dgm:pt modelId="{77FA4722-D213-44D3-A22E-63DE430F725B}">
      <dgm:prSet phldrT="[Texto]" custT="1"/>
      <dgm:spPr/>
      <dgm:t>
        <a:bodyPr/>
        <a:lstStyle/>
        <a:p>
          <a:r>
            <a:rPr lang="es-ES_tradnl" sz="1800" dirty="0"/>
            <a:t>Empresa acude al banco para descontar la letra o pagaré </a:t>
          </a:r>
          <a:r>
            <a:rPr lang="es-ES_tradnl" sz="1800" dirty="0">
              <a:sym typeface="Wingdings" panose="05000000000000000000" pitchFamily="2" charset="2"/>
            </a:rPr>
            <a:t> tener abierta línea de descuento</a:t>
          </a:r>
          <a:endParaRPr lang="es-ES" sz="1800" dirty="0"/>
        </a:p>
      </dgm:t>
    </dgm:pt>
    <dgm:pt modelId="{E4CB501D-A3AB-44C3-A22C-8EEB8F0AFF75}" type="parTrans" cxnId="{B66EBA52-6059-4499-851D-15C104CF2CCF}">
      <dgm:prSet/>
      <dgm:spPr/>
      <dgm:t>
        <a:bodyPr/>
        <a:lstStyle/>
        <a:p>
          <a:endParaRPr lang="es-ES" sz="1800"/>
        </a:p>
      </dgm:t>
    </dgm:pt>
    <dgm:pt modelId="{D1A52B49-E26D-4280-A82F-AE679E59BADD}" type="sibTrans" cxnId="{B66EBA52-6059-4499-851D-15C104CF2CCF}">
      <dgm:prSet/>
      <dgm:spPr/>
      <dgm:t>
        <a:bodyPr/>
        <a:lstStyle/>
        <a:p>
          <a:endParaRPr lang="es-ES" sz="1800" dirty="0"/>
        </a:p>
      </dgm:t>
    </dgm:pt>
    <dgm:pt modelId="{99CB4AA0-B06E-47BA-A7A7-8CF269A6893C}" type="pres">
      <dgm:prSet presAssocID="{60E180CE-1E57-40CC-84A3-976CB47B6D38}" presName="Name0" presStyleCnt="0">
        <dgm:presLayoutVars>
          <dgm:dir/>
          <dgm:resizeHandles val="exact"/>
        </dgm:presLayoutVars>
      </dgm:prSet>
      <dgm:spPr/>
    </dgm:pt>
    <dgm:pt modelId="{52748599-449C-4007-9EFC-79BB67EFED24}" type="pres">
      <dgm:prSet presAssocID="{9572F8AA-6CDD-4CA3-9B25-2C8DA29C1FE4}" presName="node" presStyleLbl="node1" presStyleIdx="0" presStyleCnt="4" custScaleX="364331" custScaleY="145524" custRadScaleRad="229413" custRadScaleInc="164359">
        <dgm:presLayoutVars>
          <dgm:bulletEnabled val="1"/>
        </dgm:presLayoutVars>
      </dgm:prSet>
      <dgm:spPr/>
    </dgm:pt>
    <dgm:pt modelId="{50AB4AFF-EB18-45FD-9B4A-14D59E15E3BF}" type="pres">
      <dgm:prSet presAssocID="{A753CF02-EE2A-463D-BAC8-15BA1844B2ED}" presName="sibTrans" presStyleLbl="sibTrans2D1" presStyleIdx="0" presStyleCnt="4"/>
      <dgm:spPr/>
    </dgm:pt>
    <dgm:pt modelId="{73164A20-6856-4631-9458-F7DDCB10F921}" type="pres">
      <dgm:prSet presAssocID="{A753CF02-EE2A-463D-BAC8-15BA1844B2ED}" presName="connectorText" presStyleLbl="sibTrans2D1" presStyleIdx="0" presStyleCnt="4"/>
      <dgm:spPr/>
    </dgm:pt>
    <dgm:pt modelId="{B9DCFC26-E6DB-4198-BA1C-498DC3AEF5F9}" type="pres">
      <dgm:prSet presAssocID="{3B89A6B7-B394-47D0-94DE-B0FB8152E1F1}" presName="node" presStyleLbl="node1" presStyleIdx="1" presStyleCnt="4" custScaleX="336215" custScaleY="173909" custRadScaleRad="222925" custRadScaleInc="40296">
        <dgm:presLayoutVars>
          <dgm:bulletEnabled val="1"/>
        </dgm:presLayoutVars>
      </dgm:prSet>
      <dgm:spPr/>
    </dgm:pt>
    <dgm:pt modelId="{292380B6-8F79-4BE4-9C4B-22D2B14D740D}" type="pres">
      <dgm:prSet presAssocID="{AB730AE6-E462-44E7-A140-B755E957CA3A}" presName="sibTrans" presStyleLbl="sibTrans2D1" presStyleIdx="1" presStyleCnt="4"/>
      <dgm:spPr/>
    </dgm:pt>
    <dgm:pt modelId="{D98B3AE8-681E-4145-8A83-8D9E563F647F}" type="pres">
      <dgm:prSet presAssocID="{AB730AE6-E462-44E7-A140-B755E957CA3A}" presName="connectorText" presStyleLbl="sibTrans2D1" presStyleIdx="1" presStyleCnt="4"/>
      <dgm:spPr/>
    </dgm:pt>
    <dgm:pt modelId="{E2275C41-9B40-4EFB-B415-6385A1B979A7}" type="pres">
      <dgm:prSet presAssocID="{7867AF89-C570-4BA4-AC0C-869B2B37340F}" presName="node" presStyleLbl="node1" presStyleIdx="2" presStyleCnt="4" custScaleX="424683" custScaleY="256177" custRadScaleRad="226968" custRadScaleInc="158332">
        <dgm:presLayoutVars>
          <dgm:bulletEnabled val="1"/>
        </dgm:presLayoutVars>
      </dgm:prSet>
      <dgm:spPr/>
    </dgm:pt>
    <dgm:pt modelId="{ED76C0C0-70EB-481F-9074-58231F372547}" type="pres">
      <dgm:prSet presAssocID="{D7F53793-2882-4D3D-B817-325F449041E3}" presName="sibTrans" presStyleLbl="sibTrans2D1" presStyleIdx="2" presStyleCnt="4" custScaleX="161658" custScaleY="132676" custLinFactX="-100000" custLinFactNeighborX="-107239" custLinFactNeighborY="20335"/>
      <dgm:spPr/>
    </dgm:pt>
    <dgm:pt modelId="{FD6B245F-6AB8-4557-861F-82D52CA7A125}" type="pres">
      <dgm:prSet presAssocID="{D7F53793-2882-4D3D-B817-325F449041E3}" presName="connectorText" presStyleLbl="sibTrans2D1" presStyleIdx="2" presStyleCnt="4"/>
      <dgm:spPr/>
    </dgm:pt>
    <dgm:pt modelId="{3D197129-DB1C-4C8D-AFE6-56988B72BC11}" type="pres">
      <dgm:prSet presAssocID="{77FA4722-D213-44D3-A22E-63DE430F725B}" presName="node" presStyleLbl="node1" presStyleIdx="3" presStyleCnt="4" custScaleX="390109" custScaleY="149520" custRadScaleRad="254799" custRadScaleInc="36111">
        <dgm:presLayoutVars>
          <dgm:bulletEnabled val="1"/>
        </dgm:presLayoutVars>
      </dgm:prSet>
      <dgm:spPr/>
    </dgm:pt>
    <dgm:pt modelId="{82261584-84B8-46AE-ABCB-E0FE36C528DC}" type="pres">
      <dgm:prSet presAssocID="{D1A52B49-E26D-4280-A82F-AE679E59BADD}" presName="sibTrans" presStyleLbl="sibTrans2D1" presStyleIdx="3" presStyleCnt="4" custScaleX="138336" custScaleY="134320"/>
      <dgm:spPr/>
    </dgm:pt>
    <dgm:pt modelId="{256AA40B-0264-4872-8285-E38B96BDE2C0}" type="pres">
      <dgm:prSet presAssocID="{D1A52B49-E26D-4280-A82F-AE679E59BADD}" presName="connectorText" presStyleLbl="sibTrans2D1" presStyleIdx="3" presStyleCnt="4"/>
      <dgm:spPr/>
    </dgm:pt>
  </dgm:ptLst>
  <dgm:cxnLst>
    <dgm:cxn modelId="{63166F19-0267-49F2-A9C0-A1E98C348433}" srcId="{60E180CE-1E57-40CC-84A3-976CB47B6D38}" destId="{7867AF89-C570-4BA4-AC0C-869B2B37340F}" srcOrd="2" destOrd="0" parTransId="{235E17BE-1210-4871-9046-2B4F87980B7F}" sibTransId="{D7F53793-2882-4D3D-B817-325F449041E3}"/>
    <dgm:cxn modelId="{6C65B21E-1A51-4EA4-8E2D-9D7CB66BEBFD}" srcId="{60E180CE-1E57-40CC-84A3-976CB47B6D38}" destId="{9572F8AA-6CDD-4CA3-9B25-2C8DA29C1FE4}" srcOrd="0" destOrd="0" parTransId="{7BDEBF4D-221D-4F13-A29E-2EEBE68D417D}" sibTransId="{A753CF02-EE2A-463D-BAC8-15BA1844B2ED}"/>
    <dgm:cxn modelId="{37D53D30-F02D-4F39-AC2B-7C5B6F4AD80D}" type="presOf" srcId="{AB730AE6-E462-44E7-A140-B755E957CA3A}" destId="{D98B3AE8-681E-4145-8A83-8D9E563F647F}" srcOrd="1" destOrd="0" presId="urn:microsoft.com/office/officeart/2005/8/layout/cycle7"/>
    <dgm:cxn modelId="{0D9B4A64-B0D3-4CA2-9DFE-2D3069AE2A7F}" type="presOf" srcId="{7867AF89-C570-4BA4-AC0C-869B2B37340F}" destId="{E2275C41-9B40-4EFB-B415-6385A1B979A7}" srcOrd="0" destOrd="0" presId="urn:microsoft.com/office/officeart/2005/8/layout/cycle7"/>
    <dgm:cxn modelId="{7F9D2B48-B16B-40FB-97FA-79484738D864}" type="presOf" srcId="{A753CF02-EE2A-463D-BAC8-15BA1844B2ED}" destId="{73164A20-6856-4631-9458-F7DDCB10F921}" srcOrd="1" destOrd="0" presId="urn:microsoft.com/office/officeart/2005/8/layout/cycle7"/>
    <dgm:cxn modelId="{7ECAD749-78FB-4AF7-AD3C-44CC8CF3870D}" type="presOf" srcId="{D1A52B49-E26D-4280-A82F-AE679E59BADD}" destId="{82261584-84B8-46AE-ABCB-E0FE36C528DC}" srcOrd="0" destOrd="0" presId="urn:microsoft.com/office/officeart/2005/8/layout/cycle7"/>
    <dgm:cxn modelId="{6A28696B-A24C-4616-8403-83373289A899}" type="presOf" srcId="{3B89A6B7-B394-47D0-94DE-B0FB8152E1F1}" destId="{B9DCFC26-E6DB-4198-BA1C-498DC3AEF5F9}" srcOrd="0" destOrd="0" presId="urn:microsoft.com/office/officeart/2005/8/layout/cycle7"/>
    <dgm:cxn modelId="{B66EBA52-6059-4499-851D-15C104CF2CCF}" srcId="{60E180CE-1E57-40CC-84A3-976CB47B6D38}" destId="{77FA4722-D213-44D3-A22E-63DE430F725B}" srcOrd="3" destOrd="0" parTransId="{E4CB501D-A3AB-44C3-A22C-8EEB8F0AFF75}" sibTransId="{D1A52B49-E26D-4280-A82F-AE679E59BADD}"/>
    <dgm:cxn modelId="{8B312F55-5F21-4D60-A415-AF7D75EE11BE}" type="presOf" srcId="{9572F8AA-6CDD-4CA3-9B25-2C8DA29C1FE4}" destId="{52748599-449C-4007-9EFC-79BB67EFED24}" srcOrd="0" destOrd="0" presId="urn:microsoft.com/office/officeart/2005/8/layout/cycle7"/>
    <dgm:cxn modelId="{1CE2F986-6DAB-4195-8947-CC5E90B16E10}" type="presOf" srcId="{D7F53793-2882-4D3D-B817-325F449041E3}" destId="{ED76C0C0-70EB-481F-9074-58231F372547}" srcOrd="0" destOrd="0" presId="urn:microsoft.com/office/officeart/2005/8/layout/cycle7"/>
    <dgm:cxn modelId="{1D9ABC8B-E2D9-4F28-9B2E-0F98BE558C18}" type="presOf" srcId="{D1A52B49-E26D-4280-A82F-AE679E59BADD}" destId="{256AA40B-0264-4872-8285-E38B96BDE2C0}" srcOrd="1" destOrd="0" presId="urn:microsoft.com/office/officeart/2005/8/layout/cycle7"/>
    <dgm:cxn modelId="{566772A9-D723-4E1B-BA78-BC3B1520E55D}" type="presOf" srcId="{A753CF02-EE2A-463D-BAC8-15BA1844B2ED}" destId="{50AB4AFF-EB18-45FD-9B4A-14D59E15E3BF}" srcOrd="0" destOrd="0" presId="urn:microsoft.com/office/officeart/2005/8/layout/cycle7"/>
    <dgm:cxn modelId="{E174A3AE-B658-418D-9B71-5CDC26F5A89E}" type="presOf" srcId="{AB730AE6-E462-44E7-A140-B755E957CA3A}" destId="{292380B6-8F79-4BE4-9C4B-22D2B14D740D}" srcOrd="0" destOrd="0" presId="urn:microsoft.com/office/officeart/2005/8/layout/cycle7"/>
    <dgm:cxn modelId="{58BC0CB1-E067-4179-BEF2-359915344AFB}" type="presOf" srcId="{60E180CE-1E57-40CC-84A3-976CB47B6D38}" destId="{99CB4AA0-B06E-47BA-A7A7-8CF269A6893C}" srcOrd="0" destOrd="0" presId="urn:microsoft.com/office/officeart/2005/8/layout/cycle7"/>
    <dgm:cxn modelId="{659A8ADA-D124-4B6D-BF8F-AB42D9991A11}" srcId="{60E180CE-1E57-40CC-84A3-976CB47B6D38}" destId="{3B89A6B7-B394-47D0-94DE-B0FB8152E1F1}" srcOrd="1" destOrd="0" parTransId="{1672584A-6611-4CA7-AE4A-41ABFB0A08F2}" sibTransId="{AB730AE6-E462-44E7-A140-B755E957CA3A}"/>
    <dgm:cxn modelId="{D33E04DE-9DA8-4F3E-8522-8178CC48DFC7}" type="presOf" srcId="{D7F53793-2882-4D3D-B817-325F449041E3}" destId="{FD6B245F-6AB8-4557-861F-82D52CA7A125}" srcOrd="1" destOrd="0" presId="urn:microsoft.com/office/officeart/2005/8/layout/cycle7"/>
    <dgm:cxn modelId="{ABBE7EE7-1221-4BD1-A187-81C80327D971}" type="presOf" srcId="{77FA4722-D213-44D3-A22E-63DE430F725B}" destId="{3D197129-DB1C-4C8D-AFE6-56988B72BC11}" srcOrd="0" destOrd="0" presId="urn:microsoft.com/office/officeart/2005/8/layout/cycle7"/>
    <dgm:cxn modelId="{28FFBABD-8E7B-4E9B-B576-F9A520E98B50}" type="presParOf" srcId="{99CB4AA0-B06E-47BA-A7A7-8CF269A6893C}" destId="{52748599-449C-4007-9EFC-79BB67EFED24}" srcOrd="0" destOrd="0" presId="urn:microsoft.com/office/officeart/2005/8/layout/cycle7"/>
    <dgm:cxn modelId="{989A44BB-EFE7-4A0E-8FE3-AB670C3E92D4}" type="presParOf" srcId="{99CB4AA0-B06E-47BA-A7A7-8CF269A6893C}" destId="{50AB4AFF-EB18-45FD-9B4A-14D59E15E3BF}" srcOrd="1" destOrd="0" presId="urn:microsoft.com/office/officeart/2005/8/layout/cycle7"/>
    <dgm:cxn modelId="{135538B9-E8AE-4124-8036-B443A122049A}" type="presParOf" srcId="{50AB4AFF-EB18-45FD-9B4A-14D59E15E3BF}" destId="{73164A20-6856-4631-9458-F7DDCB10F921}" srcOrd="0" destOrd="0" presId="urn:microsoft.com/office/officeart/2005/8/layout/cycle7"/>
    <dgm:cxn modelId="{F49D380A-4EF1-408C-AF3E-8AD655BEDAB0}" type="presParOf" srcId="{99CB4AA0-B06E-47BA-A7A7-8CF269A6893C}" destId="{B9DCFC26-E6DB-4198-BA1C-498DC3AEF5F9}" srcOrd="2" destOrd="0" presId="urn:microsoft.com/office/officeart/2005/8/layout/cycle7"/>
    <dgm:cxn modelId="{960A8602-42B6-44A6-AEDA-2611F04F7DB7}" type="presParOf" srcId="{99CB4AA0-B06E-47BA-A7A7-8CF269A6893C}" destId="{292380B6-8F79-4BE4-9C4B-22D2B14D740D}" srcOrd="3" destOrd="0" presId="urn:microsoft.com/office/officeart/2005/8/layout/cycle7"/>
    <dgm:cxn modelId="{98B0FFB8-9121-4E46-8F02-CCB110854F25}" type="presParOf" srcId="{292380B6-8F79-4BE4-9C4B-22D2B14D740D}" destId="{D98B3AE8-681E-4145-8A83-8D9E563F647F}" srcOrd="0" destOrd="0" presId="urn:microsoft.com/office/officeart/2005/8/layout/cycle7"/>
    <dgm:cxn modelId="{F6C1FBBF-1384-46BA-A94D-42041287DA9E}" type="presParOf" srcId="{99CB4AA0-B06E-47BA-A7A7-8CF269A6893C}" destId="{E2275C41-9B40-4EFB-B415-6385A1B979A7}" srcOrd="4" destOrd="0" presId="urn:microsoft.com/office/officeart/2005/8/layout/cycle7"/>
    <dgm:cxn modelId="{99ABC9C4-EDA8-4BAB-9ACE-C2A9F4358C6B}" type="presParOf" srcId="{99CB4AA0-B06E-47BA-A7A7-8CF269A6893C}" destId="{ED76C0C0-70EB-481F-9074-58231F372547}" srcOrd="5" destOrd="0" presId="urn:microsoft.com/office/officeart/2005/8/layout/cycle7"/>
    <dgm:cxn modelId="{0EFF681F-C8B9-48DB-B490-BFBC240A6D6F}" type="presParOf" srcId="{ED76C0C0-70EB-481F-9074-58231F372547}" destId="{FD6B245F-6AB8-4557-861F-82D52CA7A125}" srcOrd="0" destOrd="0" presId="urn:microsoft.com/office/officeart/2005/8/layout/cycle7"/>
    <dgm:cxn modelId="{EB137DB9-CF72-4D11-BBE6-66748B1317C7}" type="presParOf" srcId="{99CB4AA0-B06E-47BA-A7A7-8CF269A6893C}" destId="{3D197129-DB1C-4C8D-AFE6-56988B72BC11}" srcOrd="6" destOrd="0" presId="urn:microsoft.com/office/officeart/2005/8/layout/cycle7"/>
    <dgm:cxn modelId="{33BBB222-AF6F-48B7-B06C-687869C1B439}" type="presParOf" srcId="{99CB4AA0-B06E-47BA-A7A7-8CF269A6893C}" destId="{82261584-84B8-46AE-ABCB-E0FE36C528DC}" srcOrd="7" destOrd="0" presId="urn:microsoft.com/office/officeart/2005/8/layout/cycle7"/>
    <dgm:cxn modelId="{4B5A46C8-3523-424C-A028-0BED2D8C9FBB}" type="presParOf" srcId="{82261584-84B8-46AE-ABCB-E0FE36C528DC}" destId="{256AA40B-0264-4872-8285-E38B96BDE2C0}"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CEFF0E2-7A79-4D8B-B213-F80B6224A883}" type="doc">
      <dgm:prSet loTypeId="urn:diagrams.loki3.com/BracketList+Icon" loCatId="list" qsTypeId="urn:microsoft.com/office/officeart/2005/8/quickstyle/simple1" qsCatId="simple" csTypeId="urn:microsoft.com/office/officeart/2005/8/colors/accent1_2" csCatId="accent1" phldr="1"/>
      <dgm:spPr/>
      <dgm:t>
        <a:bodyPr/>
        <a:lstStyle/>
        <a:p>
          <a:endParaRPr lang="es-ES"/>
        </a:p>
      </dgm:t>
    </dgm:pt>
    <dgm:pt modelId="{ABA8ECBB-4C8A-4541-A139-B9520E96CA8E}">
      <dgm:prSet phldrT="[Texto]" custT="1"/>
      <dgm:spPr/>
      <dgm:t>
        <a:bodyPr/>
        <a:lstStyle/>
        <a:p>
          <a:r>
            <a:rPr lang="es-ES_tradnl" sz="1600" dirty="0"/>
            <a:t>Tipo de ayuda</a:t>
          </a:r>
          <a:endParaRPr lang="es-ES" sz="1600" dirty="0"/>
        </a:p>
      </dgm:t>
    </dgm:pt>
    <dgm:pt modelId="{A6A60628-0F6E-4937-9AC0-6C29A7D50F90}" type="parTrans" cxnId="{345F21B2-840D-4B00-8865-3CBF557B64A8}">
      <dgm:prSet/>
      <dgm:spPr/>
      <dgm:t>
        <a:bodyPr/>
        <a:lstStyle/>
        <a:p>
          <a:endParaRPr lang="es-ES" sz="1600"/>
        </a:p>
      </dgm:t>
    </dgm:pt>
    <dgm:pt modelId="{D50F81D6-4BAE-4BC4-9282-397350F69E54}" type="sibTrans" cxnId="{345F21B2-840D-4B00-8865-3CBF557B64A8}">
      <dgm:prSet/>
      <dgm:spPr/>
      <dgm:t>
        <a:bodyPr/>
        <a:lstStyle/>
        <a:p>
          <a:endParaRPr lang="es-ES" sz="1600"/>
        </a:p>
      </dgm:t>
    </dgm:pt>
    <dgm:pt modelId="{F372962C-A16A-450D-8ACC-C28734A42979}">
      <dgm:prSet phldrT="[Texto]" custT="1"/>
      <dgm:spPr/>
      <dgm:t>
        <a:bodyPr/>
        <a:lstStyle/>
        <a:p>
          <a:r>
            <a:rPr lang="es-ES_tradnl" sz="1600" dirty="0"/>
            <a:t>Reducción del tipo de interés en el préstamo solicitado a un banco</a:t>
          </a:r>
          <a:endParaRPr lang="es-ES" sz="1600" dirty="0"/>
        </a:p>
      </dgm:t>
    </dgm:pt>
    <dgm:pt modelId="{FD009149-A181-48EF-99AA-F735F6C21F55}" type="parTrans" cxnId="{A58D85C6-EE88-4589-BABD-074FA83EB167}">
      <dgm:prSet/>
      <dgm:spPr/>
      <dgm:t>
        <a:bodyPr/>
        <a:lstStyle/>
        <a:p>
          <a:endParaRPr lang="es-ES" sz="1600"/>
        </a:p>
      </dgm:t>
    </dgm:pt>
    <dgm:pt modelId="{76C73274-6DA7-460B-BDEB-11BEF2007D32}" type="sibTrans" cxnId="{A58D85C6-EE88-4589-BABD-074FA83EB167}">
      <dgm:prSet/>
      <dgm:spPr/>
      <dgm:t>
        <a:bodyPr/>
        <a:lstStyle/>
        <a:p>
          <a:endParaRPr lang="es-ES" sz="1600"/>
        </a:p>
      </dgm:t>
    </dgm:pt>
    <dgm:pt modelId="{8D331524-B844-46E8-8919-EFF7FB7B6EDE}">
      <dgm:prSet phldrT="[Texto]" custT="1"/>
      <dgm:spPr/>
      <dgm:t>
        <a:bodyPr/>
        <a:lstStyle/>
        <a:p>
          <a:r>
            <a:rPr lang="es-ES_tradnl" sz="1600" dirty="0"/>
            <a:t>Dirigido a</a:t>
          </a:r>
          <a:endParaRPr lang="es-ES" sz="1600" dirty="0"/>
        </a:p>
      </dgm:t>
    </dgm:pt>
    <dgm:pt modelId="{8734C1E4-1192-421D-9842-C6DCB7D8D132}" type="parTrans" cxnId="{CEA5993D-99E1-45C1-82A6-3977F540242F}">
      <dgm:prSet/>
      <dgm:spPr/>
      <dgm:t>
        <a:bodyPr/>
        <a:lstStyle/>
        <a:p>
          <a:endParaRPr lang="es-ES" sz="1600"/>
        </a:p>
      </dgm:t>
    </dgm:pt>
    <dgm:pt modelId="{3CED312B-FFBF-4583-B3E9-F63A89725DB1}" type="sibTrans" cxnId="{CEA5993D-99E1-45C1-82A6-3977F540242F}">
      <dgm:prSet/>
      <dgm:spPr/>
      <dgm:t>
        <a:bodyPr/>
        <a:lstStyle/>
        <a:p>
          <a:endParaRPr lang="es-ES" sz="1600"/>
        </a:p>
      </dgm:t>
    </dgm:pt>
    <dgm:pt modelId="{515C66F8-C2CC-47F9-8171-5939D73FD90E}">
      <dgm:prSet phldrT="[Texto]" custT="1"/>
      <dgm:spPr/>
      <dgm:t>
        <a:bodyPr/>
        <a:lstStyle/>
        <a:p>
          <a:r>
            <a:rPr lang="es-ES_tradnl" sz="1600" dirty="0"/>
            <a:t>Autónomos, empresas, particulares y comunidades de propietarios</a:t>
          </a:r>
          <a:endParaRPr lang="es-ES" sz="1600" dirty="0"/>
        </a:p>
      </dgm:t>
    </dgm:pt>
    <dgm:pt modelId="{B2E9CD7C-6C6A-4E3A-ADD1-2D16C08D1057}" type="parTrans" cxnId="{9742CA76-0804-4CE3-B144-6CDF925A784C}">
      <dgm:prSet/>
      <dgm:spPr/>
      <dgm:t>
        <a:bodyPr/>
        <a:lstStyle/>
        <a:p>
          <a:endParaRPr lang="es-ES" sz="1600"/>
        </a:p>
      </dgm:t>
    </dgm:pt>
    <dgm:pt modelId="{4BF8D6BA-15EB-4AB2-862C-12B005E3074F}" type="sibTrans" cxnId="{9742CA76-0804-4CE3-B144-6CDF925A784C}">
      <dgm:prSet/>
      <dgm:spPr/>
      <dgm:t>
        <a:bodyPr/>
        <a:lstStyle/>
        <a:p>
          <a:endParaRPr lang="es-ES" sz="1600"/>
        </a:p>
      </dgm:t>
    </dgm:pt>
    <dgm:pt modelId="{3BD80844-7A45-4EB0-9484-A69D90CD3022}">
      <dgm:prSet phldrT="[Texto]" custT="1"/>
      <dgm:spPr/>
      <dgm:t>
        <a:bodyPr/>
        <a:lstStyle/>
        <a:p>
          <a:r>
            <a:rPr lang="es-ES_tradnl" sz="1600" dirty="0"/>
            <a:t>Importe máx.</a:t>
          </a:r>
          <a:endParaRPr lang="es-ES" sz="1600" dirty="0"/>
        </a:p>
      </dgm:t>
    </dgm:pt>
    <dgm:pt modelId="{80DCC1B2-9BA3-4327-BF10-3B59735E778C}" type="parTrans" cxnId="{405A8E88-CC83-49F0-8276-F9C616A9D04C}">
      <dgm:prSet/>
      <dgm:spPr/>
      <dgm:t>
        <a:bodyPr/>
        <a:lstStyle/>
        <a:p>
          <a:endParaRPr lang="es-ES" sz="1600"/>
        </a:p>
      </dgm:t>
    </dgm:pt>
    <dgm:pt modelId="{A926CCBE-ADEE-4633-A59A-3BF093ADDB49}" type="sibTrans" cxnId="{405A8E88-CC83-49F0-8276-F9C616A9D04C}">
      <dgm:prSet/>
      <dgm:spPr/>
      <dgm:t>
        <a:bodyPr/>
        <a:lstStyle/>
        <a:p>
          <a:endParaRPr lang="es-ES" sz="1600"/>
        </a:p>
      </dgm:t>
    </dgm:pt>
    <dgm:pt modelId="{1ECC2B94-0B3D-4595-BD5C-2E83EBC6D829}">
      <dgm:prSet phldrT="[Texto]" custT="1"/>
      <dgm:spPr/>
      <dgm:t>
        <a:bodyPr/>
        <a:lstStyle/>
        <a:p>
          <a:r>
            <a:rPr lang="es-ES_tradnl" sz="1600" dirty="0"/>
            <a:t>Máx. 12,5 millones</a:t>
          </a:r>
          <a:endParaRPr lang="es-ES" sz="1600" dirty="0"/>
        </a:p>
      </dgm:t>
    </dgm:pt>
    <dgm:pt modelId="{81EC544C-AA69-4D1C-B5AB-4FB6394EFA53}" type="parTrans" cxnId="{B836309A-35C2-47D0-A995-FB18A1CDB1B5}">
      <dgm:prSet/>
      <dgm:spPr/>
      <dgm:t>
        <a:bodyPr/>
        <a:lstStyle/>
        <a:p>
          <a:endParaRPr lang="es-ES" sz="1600"/>
        </a:p>
      </dgm:t>
    </dgm:pt>
    <dgm:pt modelId="{B72575C3-5687-4899-B0C0-015E4ECBAB43}" type="sibTrans" cxnId="{B836309A-35C2-47D0-A995-FB18A1CDB1B5}">
      <dgm:prSet/>
      <dgm:spPr/>
      <dgm:t>
        <a:bodyPr/>
        <a:lstStyle/>
        <a:p>
          <a:endParaRPr lang="es-ES" sz="1600"/>
        </a:p>
      </dgm:t>
    </dgm:pt>
    <dgm:pt modelId="{7FB12B1A-BE58-4A53-A3C3-7C2A5FDADF17}">
      <dgm:prSet phldrT="[Texto]" custT="1"/>
      <dgm:spPr/>
      <dgm:t>
        <a:bodyPr/>
        <a:lstStyle/>
        <a:p>
          <a:r>
            <a:rPr lang="es-ES_tradnl" sz="1600" dirty="0"/>
            <a:t>Conceptos financieros</a:t>
          </a:r>
          <a:endParaRPr lang="es-ES" sz="1600" dirty="0"/>
        </a:p>
      </dgm:t>
    </dgm:pt>
    <dgm:pt modelId="{114F5ADE-1958-4ADB-A8EC-804C6595C5B2}" type="parTrans" cxnId="{5BDA0911-7C1B-411E-A410-38FC76E125F8}">
      <dgm:prSet/>
      <dgm:spPr/>
      <dgm:t>
        <a:bodyPr/>
        <a:lstStyle/>
        <a:p>
          <a:endParaRPr lang="es-ES" sz="1600"/>
        </a:p>
      </dgm:t>
    </dgm:pt>
    <dgm:pt modelId="{7BC2939A-8837-478D-9699-84D51F2F9483}" type="sibTrans" cxnId="{5BDA0911-7C1B-411E-A410-38FC76E125F8}">
      <dgm:prSet/>
      <dgm:spPr/>
      <dgm:t>
        <a:bodyPr/>
        <a:lstStyle/>
        <a:p>
          <a:endParaRPr lang="es-ES" sz="1600"/>
        </a:p>
      </dgm:t>
    </dgm:pt>
    <dgm:pt modelId="{64CBD1F5-50A1-4F0E-A602-B9BF636E8761}">
      <dgm:prSet phldrT="[Texto]" custT="1"/>
      <dgm:spPr/>
      <dgm:t>
        <a:bodyPr/>
        <a:lstStyle/>
        <a:p>
          <a:r>
            <a:rPr lang="es-ES_tradnl" sz="1600" dirty="0"/>
            <a:t>Inversiones: activos fijos productivos, vehículos turismos &lt; 30.000€, adquisición de empresas, rehabilitación de viviendas</a:t>
          </a:r>
          <a:endParaRPr lang="es-ES" sz="1600" dirty="0"/>
        </a:p>
      </dgm:t>
    </dgm:pt>
    <dgm:pt modelId="{3E75CFB3-7D49-4810-A070-8E4119B92AEB}" type="parTrans" cxnId="{C5FCD77F-6A4D-4F60-BFE3-346CA352A132}">
      <dgm:prSet/>
      <dgm:spPr/>
      <dgm:t>
        <a:bodyPr/>
        <a:lstStyle/>
        <a:p>
          <a:endParaRPr lang="es-ES" sz="1600"/>
        </a:p>
      </dgm:t>
    </dgm:pt>
    <dgm:pt modelId="{0A2DA80B-8D66-49FE-A10D-310C3AC23153}" type="sibTrans" cxnId="{C5FCD77F-6A4D-4F60-BFE3-346CA352A132}">
      <dgm:prSet/>
      <dgm:spPr/>
      <dgm:t>
        <a:bodyPr/>
        <a:lstStyle/>
        <a:p>
          <a:endParaRPr lang="es-ES" sz="1600"/>
        </a:p>
      </dgm:t>
    </dgm:pt>
    <dgm:pt modelId="{4C0513AD-2316-4D43-B92E-8EA950B24C13}">
      <dgm:prSet phldrT="[Texto]" custT="1"/>
      <dgm:spPr/>
      <dgm:t>
        <a:bodyPr/>
        <a:lstStyle/>
        <a:p>
          <a:r>
            <a:rPr lang="es-ES_tradnl" sz="1600" dirty="0"/>
            <a:t>Tipos de interés</a:t>
          </a:r>
          <a:endParaRPr lang="es-ES" sz="1600" dirty="0"/>
        </a:p>
      </dgm:t>
    </dgm:pt>
    <dgm:pt modelId="{79C02C7E-945D-4FCE-A551-EC48DD9A2B0C}" type="parTrans" cxnId="{9162FAD1-6E3D-4CEC-B1A6-2309EC38FC85}">
      <dgm:prSet/>
      <dgm:spPr/>
      <dgm:t>
        <a:bodyPr/>
        <a:lstStyle/>
        <a:p>
          <a:endParaRPr lang="es-ES" sz="1600"/>
        </a:p>
      </dgm:t>
    </dgm:pt>
    <dgm:pt modelId="{CE5980D4-18DD-430C-A6F2-DC73E550DFC2}" type="sibTrans" cxnId="{9162FAD1-6E3D-4CEC-B1A6-2309EC38FC85}">
      <dgm:prSet/>
      <dgm:spPr/>
      <dgm:t>
        <a:bodyPr/>
        <a:lstStyle/>
        <a:p>
          <a:endParaRPr lang="es-ES" sz="1600"/>
        </a:p>
      </dgm:t>
    </dgm:pt>
    <dgm:pt modelId="{7186FF99-5BA4-40D2-9C85-59DED0DE5987}">
      <dgm:prSet phldrT="[Texto]" custT="1"/>
      <dgm:spPr/>
      <dgm:t>
        <a:bodyPr/>
        <a:lstStyle/>
        <a:p>
          <a:r>
            <a:rPr lang="es-ES_tradnl" sz="1600" dirty="0"/>
            <a:t>Liquidez: para cubrir necesidades de circulante</a:t>
          </a:r>
          <a:endParaRPr lang="es-ES" sz="1600" dirty="0"/>
        </a:p>
      </dgm:t>
    </dgm:pt>
    <dgm:pt modelId="{30B98670-708E-45BD-9E50-CC6401AFB5E0}" type="parTrans" cxnId="{07E56C78-79FB-4CA9-8952-2293F09C4B8F}">
      <dgm:prSet/>
      <dgm:spPr/>
      <dgm:t>
        <a:bodyPr/>
        <a:lstStyle/>
        <a:p>
          <a:endParaRPr lang="es-ES" sz="1600"/>
        </a:p>
      </dgm:t>
    </dgm:pt>
    <dgm:pt modelId="{843786AC-633C-4910-88B8-771B645C8A18}" type="sibTrans" cxnId="{07E56C78-79FB-4CA9-8952-2293F09C4B8F}">
      <dgm:prSet/>
      <dgm:spPr/>
      <dgm:t>
        <a:bodyPr/>
        <a:lstStyle/>
        <a:p>
          <a:endParaRPr lang="es-ES" sz="1600"/>
        </a:p>
      </dgm:t>
    </dgm:pt>
    <dgm:pt modelId="{4B37097D-98EF-44C5-A6C7-896B56E65C91}">
      <dgm:prSet phldrT="[Texto]" custT="1"/>
      <dgm:spPr/>
      <dgm:t>
        <a:bodyPr/>
        <a:lstStyle/>
        <a:p>
          <a:r>
            <a:rPr lang="es-ES_tradnl" sz="1600" dirty="0"/>
            <a:t>Fijo o variable (Euribor a 6 meses), más un diferencial </a:t>
          </a:r>
          <a:r>
            <a:rPr lang="es-ES_tradnl" sz="1600"/>
            <a:t>(suele ser 2-4%)</a:t>
          </a:r>
          <a:endParaRPr lang="es-ES" sz="1600" dirty="0"/>
        </a:p>
      </dgm:t>
    </dgm:pt>
    <dgm:pt modelId="{1E16C2BE-735B-4E72-A4A8-4C1D3B41D6B7}" type="parTrans" cxnId="{7BD98B44-9099-4695-9331-3FBB2411935A}">
      <dgm:prSet/>
      <dgm:spPr/>
      <dgm:t>
        <a:bodyPr/>
        <a:lstStyle/>
        <a:p>
          <a:endParaRPr lang="es-ES" sz="1600"/>
        </a:p>
      </dgm:t>
    </dgm:pt>
    <dgm:pt modelId="{C8468E2E-152A-4E09-9BEB-A0E4C007D81E}" type="sibTrans" cxnId="{7BD98B44-9099-4695-9331-3FBB2411935A}">
      <dgm:prSet/>
      <dgm:spPr/>
      <dgm:t>
        <a:bodyPr/>
        <a:lstStyle/>
        <a:p>
          <a:endParaRPr lang="es-ES" sz="1600"/>
        </a:p>
      </dgm:t>
    </dgm:pt>
    <dgm:pt modelId="{CE0E5AD2-505A-4BEC-BFA4-1D8ADB23137C}">
      <dgm:prSet phldrT="[Texto]" custT="1"/>
      <dgm:spPr/>
      <dgm:t>
        <a:bodyPr/>
        <a:lstStyle/>
        <a:p>
          <a:r>
            <a:rPr lang="es-ES_tradnl" sz="1600" dirty="0"/>
            <a:t>Amortización -carencia</a:t>
          </a:r>
          <a:endParaRPr lang="es-ES" sz="1600" dirty="0"/>
        </a:p>
      </dgm:t>
    </dgm:pt>
    <dgm:pt modelId="{E2201CE7-2ADD-4E0F-B04A-5F103F8DA4F7}" type="parTrans" cxnId="{CD90EC02-D465-40A0-AD28-79A9D3B857AD}">
      <dgm:prSet/>
      <dgm:spPr/>
      <dgm:t>
        <a:bodyPr/>
        <a:lstStyle/>
        <a:p>
          <a:endParaRPr lang="es-ES" sz="1600"/>
        </a:p>
      </dgm:t>
    </dgm:pt>
    <dgm:pt modelId="{F0B215D6-1B09-40F5-8911-CE8E30CD3220}" type="sibTrans" cxnId="{CD90EC02-D465-40A0-AD28-79A9D3B857AD}">
      <dgm:prSet/>
      <dgm:spPr/>
      <dgm:t>
        <a:bodyPr/>
        <a:lstStyle/>
        <a:p>
          <a:endParaRPr lang="es-ES" sz="1600"/>
        </a:p>
      </dgm:t>
    </dgm:pt>
    <dgm:pt modelId="{D3760217-DFEE-48D2-8AC1-64BFBBCA55A0}">
      <dgm:prSet phldrT="[Texto]" custT="1"/>
      <dgm:spPr/>
      <dgm:t>
        <a:bodyPr/>
        <a:lstStyle/>
        <a:p>
          <a:r>
            <a:rPr lang="es-ES_tradnl" sz="1600" dirty="0"/>
            <a:t>De 1 a 20 años de amortización si financia inversión</a:t>
          </a:r>
          <a:endParaRPr lang="es-ES" sz="1600" dirty="0"/>
        </a:p>
      </dgm:t>
    </dgm:pt>
    <dgm:pt modelId="{507472B7-34AA-4666-BA7A-FA3964738476}" type="parTrans" cxnId="{BB7F3265-FFCD-4085-AE97-B2AA7E569555}">
      <dgm:prSet/>
      <dgm:spPr/>
      <dgm:t>
        <a:bodyPr/>
        <a:lstStyle/>
        <a:p>
          <a:endParaRPr lang="es-ES" sz="1600"/>
        </a:p>
      </dgm:t>
    </dgm:pt>
    <dgm:pt modelId="{493EAB14-1B04-4014-8746-C81C4B1E318F}" type="sibTrans" cxnId="{BB7F3265-FFCD-4085-AE97-B2AA7E569555}">
      <dgm:prSet/>
      <dgm:spPr/>
      <dgm:t>
        <a:bodyPr/>
        <a:lstStyle/>
        <a:p>
          <a:endParaRPr lang="es-ES" sz="1600"/>
        </a:p>
      </dgm:t>
    </dgm:pt>
    <dgm:pt modelId="{3F715D3A-8617-4EF8-BE04-5C6FEDC83FA5}">
      <dgm:prSet phldrT="[Texto]" custT="1"/>
      <dgm:spPr/>
      <dgm:t>
        <a:bodyPr/>
        <a:lstStyle/>
        <a:p>
          <a:r>
            <a:rPr lang="es-ES_tradnl" sz="1600" dirty="0"/>
            <a:t>De 1 a 4 años de amortización si financia solo liquidez</a:t>
          </a:r>
          <a:endParaRPr lang="es-ES" sz="1600" dirty="0"/>
        </a:p>
      </dgm:t>
    </dgm:pt>
    <dgm:pt modelId="{6CBF66A4-C5C5-4832-8079-8B1668B7697B}" type="parTrans" cxnId="{031181CD-12B8-46CF-B1B8-E877C5BBDE7F}">
      <dgm:prSet/>
      <dgm:spPr/>
      <dgm:t>
        <a:bodyPr/>
        <a:lstStyle/>
        <a:p>
          <a:endParaRPr lang="es-ES" sz="1600"/>
        </a:p>
      </dgm:t>
    </dgm:pt>
    <dgm:pt modelId="{D4B32B05-8596-4E49-8A03-E3764B38E470}" type="sibTrans" cxnId="{031181CD-12B8-46CF-B1B8-E877C5BBDE7F}">
      <dgm:prSet/>
      <dgm:spPr/>
      <dgm:t>
        <a:bodyPr/>
        <a:lstStyle/>
        <a:p>
          <a:endParaRPr lang="es-ES" sz="1600"/>
        </a:p>
      </dgm:t>
    </dgm:pt>
    <dgm:pt modelId="{C057B320-A503-458C-B59A-ED4F0F70327C}">
      <dgm:prSet phldrT="[Texto]" custT="1"/>
      <dgm:spPr/>
      <dgm:t>
        <a:bodyPr/>
        <a:lstStyle/>
        <a:p>
          <a:r>
            <a:rPr lang="es-ES_tradnl" sz="1600" dirty="0"/>
            <a:t>Comisiones</a:t>
          </a:r>
          <a:endParaRPr lang="es-ES" sz="1600" dirty="0"/>
        </a:p>
      </dgm:t>
    </dgm:pt>
    <dgm:pt modelId="{D4BC37F9-12AB-4817-A4C0-4DB9320C1AE7}" type="parTrans" cxnId="{3E72D299-10FC-432B-81AA-D8C7B474FEE8}">
      <dgm:prSet/>
      <dgm:spPr/>
      <dgm:t>
        <a:bodyPr/>
        <a:lstStyle/>
        <a:p>
          <a:endParaRPr lang="es-ES" sz="1600"/>
        </a:p>
      </dgm:t>
    </dgm:pt>
    <dgm:pt modelId="{B7B3F56A-C267-45D2-9365-404EFB55CF32}" type="sibTrans" cxnId="{3E72D299-10FC-432B-81AA-D8C7B474FEE8}">
      <dgm:prSet/>
      <dgm:spPr/>
      <dgm:t>
        <a:bodyPr/>
        <a:lstStyle/>
        <a:p>
          <a:endParaRPr lang="es-ES" sz="1600"/>
        </a:p>
      </dgm:t>
    </dgm:pt>
    <dgm:pt modelId="{F53D6214-293B-4BCE-A473-012C593A6A86}">
      <dgm:prSet phldrT="[Texto]" custT="1"/>
      <dgm:spPr/>
      <dgm:t>
        <a:bodyPr/>
        <a:lstStyle/>
        <a:p>
          <a:r>
            <a:rPr lang="es-ES_tradnl" sz="1600" dirty="0"/>
            <a:t>Solo pueden cobrar 1 comisión al inicio </a:t>
          </a:r>
          <a:r>
            <a:rPr lang="es-ES_tradnl" sz="1600"/>
            <a:t>y por </a:t>
          </a:r>
          <a:r>
            <a:rPr lang="es-ES_tradnl" sz="1600" dirty="0"/>
            <a:t>cancelación anticipada</a:t>
          </a:r>
          <a:endParaRPr lang="es-ES" sz="1600" dirty="0"/>
        </a:p>
      </dgm:t>
    </dgm:pt>
    <dgm:pt modelId="{A1747D84-E168-4D24-AD25-061E46CA63ED}" type="parTrans" cxnId="{3981DAFC-27E1-4302-B809-A82811FB62E3}">
      <dgm:prSet/>
      <dgm:spPr/>
      <dgm:t>
        <a:bodyPr/>
        <a:lstStyle/>
        <a:p>
          <a:endParaRPr lang="es-ES" sz="1600"/>
        </a:p>
      </dgm:t>
    </dgm:pt>
    <dgm:pt modelId="{9955483D-0942-4267-A35E-CB9DACD4A29D}" type="sibTrans" cxnId="{3981DAFC-27E1-4302-B809-A82811FB62E3}">
      <dgm:prSet/>
      <dgm:spPr/>
      <dgm:t>
        <a:bodyPr/>
        <a:lstStyle/>
        <a:p>
          <a:endParaRPr lang="es-ES" sz="1600"/>
        </a:p>
      </dgm:t>
    </dgm:pt>
    <dgm:pt modelId="{E56903E4-2582-49F2-84F7-3304AC5929C6}">
      <dgm:prSet phldrT="[Texto]" custT="1"/>
      <dgm:spPr/>
      <dgm:t>
        <a:bodyPr/>
        <a:lstStyle/>
        <a:p>
          <a:r>
            <a:rPr lang="es-ES_tradnl" sz="1600" dirty="0"/>
            <a:t>Garantías</a:t>
          </a:r>
          <a:endParaRPr lang="es-ES" sz="1600" dirty="0"/>
        </a:p>
      </dgm:t>
    </dgm:pt>
    <dgm:pt modelId="{5874117D-BFFD-4C77-851B-DD36B97C4E21}" type="parTrans" cxnId="{42F04A6F-D250-4901-96FE-006EC22C900F}">
      <dgm:prSet/>
      <dgm:spPr/>
      <dgm:t>
        <a:bodyPr/>
        <a:lstStyle/>
        <a:p>
          <a:endParaRPr lang="es-ES" sz="1600"/>
        </a:p>
      </dgm:t>
    </dgm:pt>
    <dgm:pt modelId="{7F043355-AFC9-49CA-A180-D256E520BC1C}" type="sibTrans" cxnId="{42F04A6F-D250-4901-96FE-006EC22C900F}">
      <dgm:prSet/>
      <dgm:spPr/>
      <dgm:t>
        <a:bodyPr/>
        <a:lstStyle/>
        <a:p>
          <a:endParaRPr lang="es-ES" sz="1600"/>
        </a:p>
      </dgm:t>
    </dgm:pt>
    <dgm:pt modelId="{821C7019-60BF-4190-ADF3-7D7E9E655246}">
      <dgm:prSet phldrT="[Texto]" custT="1"/>
      <dgm:spPr/>
      <dgm:t>
        <a:bodyPr/>
        <a:lstStyle/>
        <a:p>
          <a:r>
            <a:rPr lang="es-ES_tradnl" sz="1600" dirty="0"/>
            <a:t>Determinará la entidad de crédito</a:t>
          </a:r>
          <a:endParaRPr lang="es-ES" sz="1600" dirty="0"/>
        </a:p>
      </dgm:t>
    </dgm:pt>
    <dgm:pt modelId="{1EE14659-F1DB-4076-A04B-83E4A2F71368}" type="parTrans" cxnId="{A708DD97-7F06-4520-8B51-6DC3B1ACA2BE}">
      <dgm:prSet/>
      <dgm:spPr/>
      <dgm:t>
        <a:bodyPr/>
        <a:lstStyle/>
        <a:p>
          <a:endParaRPr lang="es-ES" sz="1600"/>
        </a:p>
      </dgm:t>
    </dgm:pt>
    <dgm:pt modelId="{68797299-F23A-4F7C-95AA-CA839643A835}" type="sibTrans" cxnId="{A708DD97-7F06-4520-8B51-6DC3B1ACA2BE}">
      <dgm:prSet/>
      <dgm:spPr/>
      <dgm:t>
        <a:bodyPr/>
        <a:lstStyle/>
        <a:p>
          <a:endParaRPr lang="es-ES" sz="1600"/>
        </a:p>
      </dgm:t>
    </dgm:pt>
    <dgm:pt modelId="{20B12E16-BAE3-4D8A-B72A-4932A66E5BAE}">
      <dgm:prSet phldrT="[Texto]" custT="1"/>
      <dgm:spPr/>
      <dgm:t>
        <a:bodyPr/>
        <a:lstStyle/>
        <a:p>
          <a:r>
            <a:rPr lang="es-ES_tradnl" sz="1600" dirty="0"/>
            <a:t>Compatibilidad</a:t>
          </a:r>
          <a:endParaRPr lang="es-ES" sz="1600" dirty="0"/>
        </a:p>
      </dgm:t>
    </dgm:pt>
    <dgm:pt modelId="{DC5D98BE-85DB-4320-B4C9-94162556B299}" type="parTrans" cxnId="{6E7C547C-42F2-4D90-A89B-78565C493E92}">
      <dgm:prSet/>
      <dgm:spPr/>
      <dgm:t>
        <a:bodyPr/>
        <a:lstStyle/>
        <a:p>
          <a:endParaRPr lang="es-ES" sz="1600"/>
        </a:p>
      </dgm:t>
    </dgm:pt>
    <dgm:pt modelId="{E2E633C0-2BAC-438A-BFF1-BBDACBD53E3D}" type="sibTrans" cxnId="{6E7C547C-42F2-4D90-A89B-78565C493E92}">
      <dgm:prSet/>
      <dgm:spPr/>
      <dgm:t>
        <a:bodyPr/>
        <a:lstStyle/>
        <a:p>
          <a:endParaRPr lang="es-ES" sz="1600"/>
        </a:p>
      </dgm:t>
    </dgm:pt>
    <dgm:pt modelId="{CF5BD196-A260-41C8-9B0C-55ED62FDFA77}">
      <dgm:prSet phldrT="[Texto]" custT="1"/>
      <dgm:spPr/>
      <dgm:t>
        <a:bodyPr/>
        <a:lstStyle/>
        <a:p>
          <a:r>
            <a:rPr lang="es-ES_tradnl" sz="1600" dirty="0"/>
            <a:t>Es compatible con cualquier ayuda</a:t>
          </a:r>
          <a:endParaRPr lang="es-ES" sz="1600" dirty="0"/>
        </a:p>
      </dgm:t>
    </dgm:pt>
    <dgm:pt modelId="{F1A0FDAC-EED1-4A97-95F7-B8DB02C53B0B}" type="parTrans" cxnId="{0A5A387D-A081-49AC-81E4-E31DB44BE2F0}">
      <dgm:prSet/>
      <dgm:spPr/>
      <dgm:t>
        <a:bodyPr/>
        <a:lstStyle/>
        <a:p>
          <a:endParaRPr lang="es-ES" sz="1600"/>
        </a:p>
      </dgm:t>
    </dgm:pt>
    <dgm:pt modelId="{3EEFEC18-D73C-44B7-A02E-0D3FC8158194}" type="sibTrans" cxnId="{0A5A387D-A081-49AC-81E4-E31DB44BE2F0}">
      <dgm:prSet/>
      <dgm:spPr/>
      <dgm:t>
        <a:bodyPr/>
        <a:lstStyle/>
        <a:p>
          <a:endParaRPr lang="es-ES" sz="1600"/>
        </a:p>
      </dgm:t>
    </dgm:pt>
    <dgm:pt modelId="{35D4DC1D-2527-479C-A30B-FE154FA01547}" type="pres">
      <dgm:prSet presAssocID="{ACEFF0E2-7A79-4D8B-B213-F80B6224A883}" presName="Name0" presStyleCnt="0">
        <dgm:presLayoutVars>
          <dgm:dir/>
          <dgm:animLvl val="lvl"/>
          <dgm:resizeHandles val="exact"/>
        </dgm:presLayoutVars>
      </dgm:prSet>
      <dgm:spPr/>
    </dgm:pt>
    <dgm:pt modelId="{67523DE5-D154-4054-A2B3-475AFA8F7AD0}" type="pres">
      <dgm:prSet presAssocID="{ABA8ECBB-4C8A-4541-A139-B9520E96CA8E}" presName="linNode" presStyleCnt="0"/>
      <dgm:spPr/>
    </dgm:pt>
    <dgm:pt modelId="{2464F16B-50B6-47A1-894B-3935404D8346}" type="pres">
      <dgm:prSet presAssocID="{ABA8ECBB-4C8A-4541-A139-B9520E96CA8E}" presName="parTx" presStyleLbl="revTx" presStyleIdx="0" presStyleCnt="9">
        <dgm:presLayoutVars>
          <dgm:chMax val="1"/>
          <dgm:bulletEnabled val="1"/>
        </dgm:presLayoutVars>
      </dgm:prSet>
      <dgm:spPr/>
    </dgm:pt>
    <dgm:pt modelId="{B8FCFA79-00CE-426D-8298-A8C453D62A16}" type="pres">
      <dgm:prSet presAssocID="{ABA8ECBB-4C8A-4541-A139-B9520E96CA8E}" presName="bracket" presStyleLbl="parChTrans1D1" presStyleIdx="0" presStyleCnt="9"/>
      <dgm:spPr/>
    </dgm:pt>
    <dgm:pt modelId="{55038A37-75AD-49DB-AA09-59C79625604A}" type="pres">
      <dgm:prSet presAssocID="{ABA8ECBB-4C8A-4541-A139-B9520E96CA8E}" presName="spH" presStyleCnt="0"/>
      <dgm:spPr/>
    </dgm:pt>
    <dgm:pt modelId="{B72A4493-0AD1-4AD1-BC88-AB62589276F7}" type="pres">
      <dgm:prSet presAssocID="{ABA8ECBB-4C8A-4541-A139-B9520E96CA8E}" presName="desTx" presStyleLbl="node1" presStyleIdx="0" presStyleCnt="9">
        <dgm:presLayoutVars>
          <dgm:bulletEnabled val="1"/>
        </dgm:presLayoutVars>
      </dgm:prSet>
      <dgm:spPr/>
    </dgm:pt>
    <dgm:pt modelId="{ED94BDDE-A12B-43DE-8DA7-EA29FBCCE588}" type="pres">
      <dgm:prSet presAssocID="{D50F81D6-4BAE-4BC4-9282-397350F69E54}" presName="spV" presStyleCnt="0"/>
      <dgm:spPr/>
    </dgm:pt>
    <dgm:pt modelId="{7E2FC6B4-11FB-4F3F-A345-21F97EAAF6E5}" type="pres">
      <dgm:prSet presAssocID="{8D331524-B844-46E8-8919-EFF7FB7B6EDE}" presName="linNode" presStyleCnt="0"/>
      <dgm:spPr/>
    </dgm:pt>
    <dgm:pt modelId="{FD9B0968-E1FE-4B1A-B6E5-7B91C736DFD3}" type="pres">
      <dgm:prSet presAssocID="{8D331524-B844-46E8-8919-EFF7FB7B6EDE}" presName="parTx" presStyleLbl="revTx" presStyleIdx="1" presStyleCnt="9">
        <dgm:presLayoutVars>
          <dgm:chMax val="1"/>
          <dgm:bulletEnabled val="1"/>
        </dgm:presLayoutVars>
      </dgm:prSet>
      <dgm:spPr/>
    </dgm:pt>
    <dgm:pt modelId="{8F0EEE2C-DBE2-4A99-9F6B-A037F789C7CB}" type="pres">
      <dgm:prSet presAssocID="{8D331524-B844-46E8-8919-EFF7FB7B6EDE}" presName="bracket" presStyleLbl="parChTrans1D1" presStyleIdx="1" presStyleCnt="9"/>
      <dgm:spPr/>
    </dgm:pt>
    <dgm:pt modelId="{D23C9AC9-B53D-4D07-B29B-7B0399159993}" type="pres">
      <dgm:prSet presAssocID="{8D331524-B844-46E8-8919-EFF7FB7B6EDE}" presName="spH" presStyleCnt="0"/>
      <dgm:spPr/>
    </dgm:pt>
    <dgm:pt modelId="{C2B800EA-BE82-49A0-B231-A4FC89A78437}" type="pres">
      <dgm:prSet presAssocID="{8D331524-B844-46E8-8919-EFF7FB7B6EDE}" presName="desTx" presStyleLbl="node1" presStyleIdx="1" presStyleCnt="9">
        <dgm:presLayoutVars>
          <dgm:bulletEnabled val="1"/>
        </dgm:presLayoutVars>
      </dgm:prSet>
      <dgm:spPr/>
    </dgm:pt>
    <dgm:pt modelId="{DA09327D-4A6F-4EBE-B7C5-902F0428DC34}" type="pres">
      <dgm:prSet presAssocID="{3CED312B-FFBF-4583-B3E9-F63A89725DB1}" presName="spV" presStyleCnt="0"/>
      <dgm:spPr/>
    </dgm:pt>
    <dgm:pt modelId="{D120C3E7-F52A-44CD-A2F4-94DFE53C6DB8}" type="pres">
      <dgm:prSet presAssocID="{3BD80844-7A45-4EB0-9484-A69D90CD3022}" presName="linNode" presStyleCnt="0"/>
      <dgm:spPr/>
    </dgm:pt>
    <dgm:pt modelId="{0C6E9586-0904-4E0E-B045-8FC3B182FE7F}" type="pres">
      <dgm:prSet presAssocID="{3BD80844-7A45-4EB0-9484-A69D90CD3022}" presName="parTx" presStyleLbl="revTx" presStyleIdx="2" presStyleCnt="9">
        <dgm:presLayoutVars>
          <dgm:chMax val="1"/>
          <dgm:bulletEnabled val="1"/>
        </dgm:presLayoutVars>
      </dgm:prSet>
      <dgm:spPr/>
    </dgm:pt>
    <dgm:pt modelId="{99D7E933-1C5D-4C09-B3B7-AF432CF0A776}" type="pres">
      <dgm:prSet presAssocID="{3BD80844-7A45-4EB0-9484-A69D90CD3022}" presName="bracket" presStyleLbl="parChTrans1D1" presStyleIdx="2" presStyleCnt="9"/>
      <dgm:spPr/>
    </dgm:pt>
    <dgm:pt modelId="{C00BCA68-C2D2-49D6-AB26-ABD6C4E36C07}" type="pres">
      <dgm:prSet presAssocID="{3BD80844-7A45-4EB0-9484-A69D90CD3022}" presName="spH" presStyleCnt="0"/>
      <dgm:spPr/>
    </dgm:pt>
    <dgm:pt modelId="{97081939-553F-4199-823A-6B69CBDCD0CD}" type="pres">
      <dgm:prSet presAssocID="{3BD80844-7A45-4EB0-9484-A69D90CD3022}" presName="desTx" presStyleLbl="node1" presStyleIdx="2" presStyleCnt="9">
        <dgm:presLayoutVars>
          <dgm:bulletEnabled val="1"/>
        </dgm:presLayoutVars>
      </dgm:prSet>
      <dgm:spPr/>
    </dgm:pt>
    <dgm:pt modelId="{DC0802CE-9141-4548-B5C0-80B3E34CD42A}" type="pres">
      <dgm:prSet presAssocID="{A926CCBE-ADEE-4633-A59A-3BF093ADDB49}" presName="spV" presStyleCnt="0"/>
      <dgm:spPr/>
    </dgm:pt>
    <dgm:pt modelId="{0C9E4F22-0608-4F41-9D34-DF3AEA5D86C5}" type="pres">
      <dgm:prSet presAssocID="{7FB12B1A-BE58-4A53-A3C3-7C2A5FDADF17}" presName="linNode" presStyleCnt="0"/>
      <dgm:spPr/>
    </dgm:pt>
    <dgm:pt modelId="{C009FC99-15FA-4DE6-8BFD-10332ABABB1B}" type="pres">
      <dgm:prSet presAssocID="{7FB12B1A-BE58-4A53-A3C3-7C2A5FDADF17}" presName="parTx" presStyleLbl="revTx" presStyleIdx="3" presStyleCnt="9">
        <dgm:presLayoutVars>
          <dgm:chMax val="1"/>
          <dgm:bulletEnabled val="1"/>
        </dgm:presLayoutVars>
      </dgm:prSet>
      <dgm:spPr/>
    </dgm:pt>
    <dgm:pt modelId="{6A563B94-D45C-4FEB-BFDA-5AFF81882257}" type="pres">
      <dgm:prSet presAssocID="{7FB12B1A-BE58-4A53-A3C3-7C2A5FDADF17}" presName="bracket" presStyleLbl="parChTrans1D1" presStyleIdx="3" presStyleCnt="9"/>
      <dgm:spPr/>
    </dgm:pt>
    <dgm:pt modelId="{9E6F553C-D686-4DFB-8569-CCFACAFAFD9A}" type="pres">
      <dgm:prSet presAssocID="{7FB12B1A-BE58-4A53-A3C3-7C2A5FDADF17}" presName="spH" presStyleCnt="0"/>
      <dgm:spPr/>
    </dgm:pt>
    <dgm:pt modelId="{C41975E5-0874-4ED0-B91A-7AED68950391}" type="pres">
      <dgm:prSet presAssocID="{7FB12B1A-BE58-4A53-A3C3-7C2A5FDADF17}" presName="desTx" presStyleLbl="node1" presStyleIdx="3" presStyleCnt="9">
        <dgm:presLayoutVars>
          <dgm:bulletEnabled val="1"/>
        </dgm:presLayoutVars>
      </dgm:prSet>
      <dgm:spPr/>
    </dgm:pt>
    <dgm:pt modelId="{9ABC958A-34D0-4872-A6FA-E08687D37D18}" type="pres">
      <dgm:prSet presAssocID="{7BC2939A-8837-478D-9699-84D51F2F9483}" presName="spV" presStyleCnt="0"/>
      <dgm:spPr/>
    </dgm:pt>
    <dgm:pt modelId="{690B3900-8FBD-438B-881E-A7B52D2887CA}" type="pres">
      <dgm:prSet presAssocID="{4C0513AD-2316-4D43-B92E-8EA950B24C13}" presName="linNode" presStyleCnt="0"/>
      <dgm:spPr/>
    </dgm:pt>
    <dgm:pt modelId="{6D851499-684D-4C3D-83A8-6AA9A197C8F9}" type="pres">
      <dgm:prSet presAssocID="{4C0513AD-2316-4D43-B92E-8EA950B24C13}" presName="parTx" presStyleLbl="revTx" presStyleIdx="4" presStyleCnt="9">
        <dgm:presLayoutVars>
          <dgm:chMax val="1"/>
          <dgm:bulletEnabled val="1"/>
        </dgm:presLayoutVars>
      </dgm:prSet>
      <dgm:spPr/>
    </dgm:pt>
    <dgm:pt modelId="{E8F9E3E2-511D-40C1-87E4-E91B56428FBC}" type="pres">
      <dgm:prSet presAssocID="{4C0513AD-2316-4D43-B92E-8EA950B24C13}" presName="bracket" presStyleLbl="parChTrans1D1" presStyleIdx="4" presStyleCnt="9"/>
      <dgm:spPr/>
    </dgm:pt>
    <dgm:pt modelId="{D68D8D1C-6C33-4FF2-8CC3-C8E8CFF192F6}" type="pres">
      <dgm:prSet presAssocID="{4C0513AD-2316-4D43-B92E-8EA950B24C13}" presName="spH" presStyleCnt="0"/>
      <dgm:spPr/>
    </dgm:pt>
    <dgm:pt modelId="{928ADDCD-65B9-4388-B69A-811DE3D841B7}" type="pres">
      <dgm:prSet presAssocID="{4C0513AD-2316-4D43-B92E-8EA950B24C13}" presName="desTx" presStyleLbl="node1" presStyleIdx="4" presStyleCnt="9">
        <dgm:presLayoutVars>
          <dgm:bulletEnabled val="1"/>
        </dgm:presLayoutVars>
      </dgm:prSet>
      <dgm:spPr/>
    </dgm:pt>
    <dgm:pt modelId="{37536A02-2F8D-4DE1-B9F8-0BCE514297DF}" type="pres">
      <dgm:prSet presAssocID="{CE5980D4-18DD-430C-A6F2-DC73E550DFC2}" presName="spV" presStyleCnt="0"/>
      <dgm:spPr/>
    </dgm:pt>
    <dgm:pt modelId="{C6E55CD8-F918-4299-996A-70F201CB76B3}" type="pres">
      <dgm:prSet presAssocID="{CE0E5AD2-505A-4BEC-BFA4-1D8ADB23137C}" presName="linNode" presStyleCnt="0"/>
      <dgm:spPr/>
    </dgm:pt>
    <dgm:pt modelId="{7B436C41-E123-47E2-BD3F-90F16A67A925}" type="pres">
      <dgm:prSet presAssocID="{CE0E5AD2-505A-4BEC-BFA4-1D8ADB23137C}" presName="parTx" presStyleLbl="revTx" presStyleIdx="5" presStyleCnt="9">
        <dgm:presLayoutVars>
          <dgm:chMax val="1"/>
          <dgm:bulletEnabled val="1"/>
        </dgm:presLayoutVars>
      </dgm:prSet>
      <dgm:spPr/>
    </dgm:pt>
    <dgm:pt modelId="{6F27BABC-87F1-482C-B469-52133303DABD}" type="pres">
      <dgm:prSet presAssocID="{CE0E5AD2-505A-4BEC-BFA4-1D8ADB23137C}" presName="bracket" presStyleLbl="parChTrans1D1" presStyleIdx="5" presStyleCnt="9"/>
      <dgm:spPr/>
    </dgm:pt>
    <dgm:pt modelId="{81B520AB-3BCD-4ABD-B4E7-7473B6E82D48}" type="pres">
      <dgm:prSet presAssocID="{CE0E5AD2-505A-4BEC-BFA4-1D8ADB23137C}" presName="spH" presStyleCnt="0"/>
      <dgm:spPr/>
    </dgm:pt>
    <dgm:pt modelId="{8C48F98D-8FC3-41F6-B729-3FEF12982B00}" type="pres">
      <dgm:prSet presAssocID="{CE0E5AD2-505A-4BEC-BFA4-1D8ADB23137C}" presName="desTx" presStyleLbl="node1" presStyleIdx="5" presStyleCnt="9">
        <dgm:presLayoutVars>
          <dgm:bulletEnabled val="1"/>
        </dgm:presLayoutVars>
      </dgm:prSet>
      <dgm:spPr/>
    </dgm:pt>
    <dgm:pt modelId="{94FFAA58-9C73-45F9-82D2-5986982CA023}" type="pres">
      <dgm:prSet presAssocID="{F0B215D6-1B09-40F5-8911-CE8E30CD3220}" presName="spV" presStyleCnt="0"/>
      <dgm:spPr/>
    </dgm:pt>
    <dgm:pt modelId="{311C48DE-A7EC-4809-AC29-C1D7EF6FF8E5}" type="pres">
      <dgm:prSet presAssocID="{C057B320-A503-458C-B59A-ED4F0F70327C}" presName="linNode" presStyleCnt="0"/>
      <dgm:spPr/>
    </dgm:pt>
    <dgm:pt modelId="{762F7821-B6E7-43C7-94A1-B21834B15C4C}" type="pres">
      <dgm:prSet presAssocID="{C057B320-A503-458C-B59A-ED4F0F70327C}" presName="parTx" presStyleLbl="revTx" presStyleIdx="6" presStyleCnt="9">
        <dgm:presLayoutVars>
          <dgm:chMax val="1"/>
          <dgm:bulletEnabled val="1"/>
        </dgm:presLayoutVars>
      </dgm:prSet>
      <dgm:spPr/>
    </dgm:pt>
    <dgm:pt modelId="{0C63057A-6FFC-4013-B57E-C01026A2FCBA}" type="pres">
      <dgm:prSet presAssocID="{C057B320-A503-458C-B59A-ED4F0F70327C}" presName="bracket" presStyleLbl="parChTrans1D1" presStyleIdx="6" presStyleCnt="9"/>
      <dgm:spPr/>
    </dgm:pt>
    <dgm:pt modelId="{BC14CC1C-0046-4F4F-B533-A759B76EA8AB}" type="pres">
      <dgm:prSet presAssocID="{C057B320-A503-458C-B59A-ED4F0F70327C}" presName="spH" presStyleCnt="0"/>
      <dgm:spPr/>
    </dgm:pt>
    <dgm:pt modelId="{3346482D-D943-4C97-AF19-DA6C6CBD55B8}" type="pres">
      <dgm:prSet presAssocID="{C057B320-A503-458C-B59A-ED4F0F70327C}" presName="desTx" presStyleLbl="node1" presStyleIdx="6" presStyleCnt="9">
        <dgm:presLayoutVars>
          <dgm:bulletEnabled val="1"/>
        </dgm:presLayoutVars>
      </dgm:prSet>
      <dgm:spPr/>
    </dgm:pt>
    <dgm:pt modelId="{F6EDB393-4CB8-4A97-A65D-14C804D4888A}" type="pres">
      <dgm:prSet presAssocID="{B7B3F56A-C267-45D2-9365-404EFB55CF32}" presName="spV" presStyleCnt="0"/>
      <dgm:spPr/>
    </dgm:pt>
    <dgm:pt modelId="{142397EE-9DCB-4D2E-9108-1B3C958CD410}" type="pres">
      <dgm:prSet presAssocID="{E56903E4-2582-49F2-84F7-3304AC5929C6}" presName="linNode" presStyleCnt="0"/>
      <dgm:spPr/>
    </dgm:pt>
    <dgm:pt modelId="{9429795C-2909-4220-AC57-037B01FE1EF3}" type="pres">
      <dgm:prSet presAssocID="{E56903E4-2582-49F2-84F7-3304AC5929C6}" presName="parTx" presStyleLbl="revTx" presStyleIdx="7" presStyleCnt="9">
        <dgm:presLayoutVars>
          <dgm:chMax val="1"/>
          <dgm:bulletEnabled val="1"/>
        </dgm:presLayoutVars>
      </dgm:prSet>
      <dgm:spPr/>
    </dgm:pt>
    <dgm:pt modelId="{A96AFEC0-25C8-4AD7-B1E8-25984477AA93}" type="pres">
      <dgm:prSet presAssocID="{E56903E4-2582-49F2-84F7-3304AC5929C6}" presName="bracket" presStyleLbl="parChTrans1D1" presStyleIdx="7" presStyleCnt="9"/>
      <dgm:spPr/>
    </dgm:pt>
    <dgm:pt modelId="{3CC5F1CC-23E6-4DE9-80F6-3D3013F5929D}" type="pres">
      <dgm:prSet presAssocID="{E56903E4-2582-49F2-84F7-3304AC5929C6}" presName="spH" presStyleCnt="0"/>
      <dgm:spPr/>
    </dgm:pt>
    <dgm:pt modelId="{FF003553-5BB9-45D9-92C9-0B6034DF7CF9}" type="pres">
      <dgm:prSet presAssocID="{E56903E4-2582-49F2-84F7-3304AC5929C6}" presName="desTx" presStyleLbl="node1" presStyleIdx="7" presStyleCnt="9">
        <dgm:presLayoutVars>
          <dgm:bulletEnabled val="1"/>
        </dgm:presLayoutVars>
      </dgm:prSet>
      <dgm:spPr/>
    </dgm:pt>
    <dgm:pt modelId="{41263E3F-182D-4CAD-9615-53B61889EA7D}" type="pres">
      <dgm:prSet presAssocID="{7F043355-AFC9-49CA-A180-D256E520BC1C}" presName="spV" presStyleCnt="0"/>
      <dgm:spPr/>
    </dgm:pt>
    <dgm:pt modelId="{45F79467-91C6-401B-A97F-7198A5573D0D}" type="pres">
      <dgm:prSet presAssocID="{20B12E16-BAE3-4D8A-B72A-4932A66E5BAE}" presName="linNode" presStyleCnt="0"/>
      <dgm:spPr/>
    </dgm:pt>
    <dgm:pt modelId="{7F8A2F85-6372-4C09-924A-3527F88000EF}" type="pres">
      <dgm:prSet presAssocID="{20B12E16-BAE3-4D8A-B72A-4932A66E5BAE}" presName="parTx" presStyleLbl="revTx" presStyleIdx="8" presStyleCnt="9">
        <dgm:presLayoutVars>
          <dgm:chMax val="1"/>
          <dgm:bulletEnabled val="1"/>
        </dgm:presLayoutVars>
      </dgm:prSet>
      <dgm:spPr/>
    </dgm:pt>
    <dgm:pt modelId="{232AB8C4-8E52-4803-A089-F4C027F90FC6}" type="pres">
      <dgm:prSet presAssocID="{20B12E16-BAE3-4D8A-B72A-4932A66E5BAE}" presName="bracket" presStyleLbl="parChTrans1D1" presStyleIdx="8" presStyleCnt="9"/>
      <dgm:spPr/>
    </dgm:pt>
    <dgm:pt modelId="{1FCB3AF1-0F37-4EFB-B4BB-37E37A29E04C}" type="pres">
      <dgm:prSet presAssocID="{20B12E16-BAE3-4D8A-B72A-4932A66E5BAE}" presName="spH" presStyleCnt="0"/>
      <dgm:spPr/>
    </dgm:pt>
    <dgm:pt modelId="{35BF8C2B-F48C-4FDD-80D2-2DF88D0A623F}" type="pres">
      <dgm:prSet presAssocID="{20B12E16-BAE3-4D8A-B72A-4932A66E5BAE}" presName="desTx" presStyleLbl="node1" presStyleIdx="8" presStyleCnt="9">
        <dgm:presLayoutVars>
          <dgm:bulletEnabled val="1"/>
        </dgm:presLayoutVars>
      </dgm:prSet>
      <dgm:spPr/>
    </dgm:pt>
  </dgm:ptLst>
  <dgm:cxnLst>
    <dgm:cxn modelId="{CD90EC02-D465-40A0-AD28-79A9D3B857AD}" srcId="{ACEFF0E2-7A79-4D8B-B213-F80B6224A883}" destId="{CE0E5AD2-505A-4BEC-BFA4-1D8ADB23137C}" srcOrd="5" destOrd="0" parTransId="{E2201CE7-2ADD-4E0F-B04A-5F103F8DA4F7}" sibTransId="{F0B215D6-1B09-40F5-8911-CE8E30CD3220}"/>
    <dgm:cxn modelId="{35447707-F557-4C64-B596-A3D87B813B66}" type="presOf" srcId="{ACEFF0E2-7A79-4D8B-B213-F80B6224A883}" destId="{35D4DC1D-2527-479C-A30B-FE154FA01547}" srcOrd="0" destOrd="0" presId="urn:diagrams.loki3.com/BracketList+Icon"/>
    <dgm:cxn modelId="{A82ADF0A-4EDA-4231-9591-F8E63690B21C}" type="presOf" srcId="{CF5BD196-A260-41C8-9B0C-55ED62FDFA77}" destId="{35BF8C2B-F48C-4FDD-80D2-2DF88D0A623F}" srcOrd="0" destOrd="0" presId="urn:diagrams.loki3.com/BracketList+Icon"/>
    <dgm:cxn modelId="{5BDA0911-7C1B-411E-A410-38FC76E125F8}" srcId="{ACEFF0E2-7A79-4D8B-B213-F80B6224A883}" destId="{7FB12B1A-BE58-4A53-A3C3-7C2A5FDADF17}" srcOrd="3" destOrd="0" parTransId="{114F5ADE-1958-4ADB-A8EC-804C6595C5B2}" sibTransId="{7BC2939A-8837-478D-9699-84D51F2F9483}"/>
    <dgm:cxn modelId="{361C8322-B191-4251-A438-6C4E6EFD06C5}" type="presOf" srcId="{C057B320-A503-458C-B59A-ED4F0F70327C}" destId="{762F7821-B6E7-43C7-94A1-B21834B15C4C}" srcOrd="0" destOrd="0" presId="urn:diagrams.loki3.com/BracketList+Icon"/>
    <dgm:cxn modelId="{8ADE9D27-8373-4510-AC7A-3500BE6C92B1}" type="presOf" srcId="{D3760217-DFEE-48D2-8AC1-64BFBBCA55A0}" destId="{8C48F98D-8FC3-41F6-B729-3FEF12982B00}" srcOrd="0" destOrd="0" presId="urn:diagrams.loki3.com/BracketList+Icon"/>
    <dgm:cxn modelId="{AEB9D627-0C1E-4399-A79A-8073132E249A}" type="presOf" srcId="{821C7019-60BF-4190-ADF3-7D7E9E655246}" destId="{FF003553-5BB9-45D9-92C9-0B6034DF7CF9}" srcOrd="0" destOrd="0" presId="urn:diagrams.loki3.com/BracketList+Icon"/>
    <dgm:cxn modelId="{14E6BC29-3DC3-45C0-B343-0338F428EBCF}" type="presOf" srcId="{1ECC2B94-0B3D-4595-BD5C-2E83EBC6D829}" destId="{97081939-553F-4199-823A-6B69CBDCD0CD}" srcOrd="0" destOrd="0" presId="urn:diagrams.loki3.com/BracketList+Icon"/>
    <dgm:cxn modelId="{F272313A-74B7-4474-A07A-29F514083DA6}" type="presOf" srcId="{20B12E16-BAE3-4D8A-B72A-4932A66E5BAE}" destId="{7F8A2F85-6372-4C09-924A-3527F88000EF}" srcOrd="0" destOrd="0" presId="urn:diagrams.loki3.com/BracketList+Icon"/>
    <dgm:cxn modelId="{CEA5993D-99E1-45C1-82A6-3977F540242F}" srcId="{ACEFF0E2-7A79-4D8B-B213-F80B6224A883}" destId="{8D331524-B844-46E8-8919-EFF7FB7B6EDE}" srcOrd="1" destOrd="0" parTransId="{8734C1E4-1192-421D-9842-C6DCB7D8D132}" sibTransId="{3CED312B-FFBF-4583-B3E9-F63A89725DB1}"/>
    <dgm:cxn modelId="{B67EC75D-A142-4895-82A0-CD6538E65903}" type="presOf" srcId="{7FB12B1A-BE58-4A53-A3C3-7C2A5FDADF17}" destId="{C009FC99-15FA-4DE6-8BFD-10332ABABB1B}" srcOrd="0" destOrd="0" presId="urn:diagrams.loki3.com/BracketList+Icon"/>
    <dgm:cxn modelId="{7BD98B44-9099-4695-9331-3FBB2411935A}" srcId="{4C0513AD-2316-4D43-B92E-8EA950B24C13}" destId="{4B37097D-98EF-44C5-A6C7-896B56E65C91}" srcOrd="0" destOrd="0" parTransId="{1E16C2BE-735B-4E72-A4A8-4C1D3B41D6B7}" sibTransId="{C8468E2E-152A-4E09-9BEB-A0E4C007D81E}"/>
    <dgm:cxn modelId="{BB7F3265-FFCD-4085-AE97-B2AA7E569555}" srcId="{CE0E5AD2-505A-4BEC-BFA4-1D8ADB23137C}" destId="{D3760217-DFEE-48D2-8AC1-64BFBBCA55A0}" srcOrd="0" destOrd="0" parTransId="{507472B7-34AA-4666-BA7A-FA3964738476}" sibTransId="{493EAB14-1B04-4014-8746-C81C4B1E318F}"/>
    <dgm:cxn modelId="{9ACBFE6E-9F76-4C01-80DD-9BA9276D9EC4}" type="presOf" srcId="{ABA8ECBB-4C8A-4541-A139-B9520E96CA8E}" destId="{2464F16B-50B6-47A1-894B-3935404D8346}" srcOrd="0" destOrd="0" presId="urn:diagrams.loki3.com/BracketList+Icon"/>
    <dgm:cxn modelId="{42F04A6F-D250-4901-96FE-006EC22C900F}" srcId="{ACEFF0E2-7A79-4D8B-B213-F80B6224A883}" destId="{E56903E4-2582-49F2-84F7-3304AC5929C6}" srcOrd="7" destOrd="0" parTransId="{5874117D-BFFD-4C77-851B-DD36B97C4E21}" sibTransId="{7F043355-AFC9-49CA-A180-D256E520BC1C}"/>
    <dgm:cxn modelId="{80A97C50-B98A-43D3-A5C8-751441091C7F}" type="presOf" srcId="{CE0E5AD2-505A-4BEC-BFA4-1D8ADB23137C}" destId="{7B436C41-E123-47E2-BD3F-90F16A67A925}" srcOrd="0" destOrd="0" presId="urn:diagrams.loki3.com/BracketList+Icon"/>
    <dgm:cxn modelId="{9B503E74-C412-4CDC-AF35-64BCE03E4726}" type="presOf" srcId="{8D331524-B844-46E8-8919-EFF7FB7B6EDE}" destId="{FD9B0968-E1FE-4B1A-B6E5-7B91C736DFD3}" srcOrd="0" destOrd="0" presId="urn:diagrams.loki3.com/BracketList+Icon"/>
    <dgm:cxn modelId="{D53CB974-569A-430E-B3B8-B87BC0841C0C}" type="presOf" srcId="{4B37097D-98EF-44C5-A6C7-896B56E65C91}" destId="{928ADDCD-65B9-4388-B69A-811DE3D841B7}" srcOrd="0" destOrd="0" presId="urn:diagrams.loki3.com/BracketList+Icon"/>
    <dgm:cxn modelId="{1A7F1655-9043-402C-8407-2029E5C9649D}" type="presOf" srcId="{4C0513AD-2316-4D43-B92E-8EA950B24C13}" destId="{6D851499-684D-4C3D-83A8-6AA9A197C8F9}" srcOrd="0" destOrd="0" presId="urn:diagrams.loki3.com/BracketList+Icon"/>
    <dgm:cxn modelId="{9742CA76-0804-4CE3-B144-6CDF925A784C}" srcId="{8D331524-B844-46E8-8919-EFF7FB7B6EDE}" destId="{515C66F8-C2CC-47F9-8171-5939D73FD90E}" srcOrd="0" destOrd="0" parTransId="{B2E9CD7C-6C6A-4E3A-ADD1-2D16C08D1057}" sibTransId="{4BF8D6BA-15EB-4AB2-862C-12B005E3074F}"/>
    <dgm:cxn modelId="{DEA93457-EAEC-40FF-8DEE-4FF0B3821C32}" type="presOf" srcId="{3BD80844-7A45-4EB0-9484-A69D90CD3022}" destId="{0C6E9586-0904-4E0E-B045-8FC3B182FE7F}" srcOrd="0" destOrd="0" presId="urn:diagrams.loki3.com/BracketList+Icon"/>
    <dgm:cxn modelId="{07E56C78-79FB-4CA9-8952-2293F09C4B8F}" srcId="{7FB12B1A-BE58-4A53-A3C3-7C2A5FDADF17}" destId="{7186FF99-5BA4-40D2-9C85-59DED0DE5987}" srcOrd="1" destOrd="0" parTransId="{30B98670-708E-45BD-9E50-CC6401AFB5E0}" sibTransId="{843786AC-633C-4910-88B8-771B645C8A18}"/>
    <dgm:cxn modelId="{66D95978-4B3F-470B-BF53-A288DB1D3FD2}" type="presOf" srcId="{F372962C-A16A-450D-8ACC-C28734A42979}" destId="{B72A4493-0AD1-4AD1-BC88-AB62589276F7}" srcOrd="0" destOrd="0" presId="urn:diagrams.loki3.com/BracketList+Icon"/>
    <dgm:cxn modelId="{6E7C547C-42F2-4D90-A89B-78565C493E92}" srcId="{ACEFF0E2-7A79-4D8B-B213-F80B6224A883}" destId="{20B12E16-BAE3-4D8A-B72A-4932A66E5BAE}" srcOrd="8" destOrd="0" parTransId="{DC5D98BE-85DB-4320-B4C9-94162556B299}" sibTransId="{E2E633C0-2BAC-438A-BFF1-BBDACBD53E3D}"/>
    <dgm:cxn modelId="{0A5A387D-A081-49AC-81E4-E31DB44BE2F0}" srcId="{20B12E16-BAE3-4D8A-B72A-4932A66E5BAE}" destId="{CF5BD196-A260-41C8-9B0C-55ED62FDFA77}" srcOrd="0" destOrd="0" parTransId="{F1A0FDAC-EED1-4A97-95F7-B8DB02C53B0B}" sibTransId="{3EEFEC18-D73C-44B7-A02E-0D3FC8158194}"/>
    <dgm:cxn modelId="{C5FCD77F-6A4D-4F60-BFE3-346CA352A132}" srcId="{7FB12B1A-BE58-4A53-A3C3-7C2A5FDADF17}" destId="{64CBD1F5-50A1-4F0E-A602-B9BF636E8761}" srcOrd="0" destOrd="0" parTransId="{3E75CFB3-7D49-4810-A070-8E4119B92AEB}" sibTransId="{0A2DA80B-8D66-49FE-A10D-310C3AC23153}"/>
    <dgm:cxn modelId="{CB9A8788-DFDD-4BA1-A734-05C9ED5E3EDC}" type="presOf" srcId="{F53D6214-293B-4BCE-A473-012C593A6A86}" destId="{3346482D-D943-4C97-AF19-DA6C6CBD55B8}" srcOrd="0" destOrd="0" presId="urn:diagrams.loki3.com/BracketList+Icon"/>
    <dgm:cxn modelId="{405A8E88-CC83-49F0-8276-F9C616A9D04C}" srcId="{ACEFF0E2-7A79-4D8B-B213-F80B6224A883}" destId="{3BD80844-7A45-4EB0-9484-A69D90CD3022}" srcOrd="2" destOrd="0" parTransId="{80DCC1B2-9BA3-4327-BF10-3B59735E778C}" sibTransId="{A926CCBE-ADEE-4633-A59A-3BF093ADDB49}"/>
    <dgm:cxn modelId="{2B20AF96-AF09-4489-B672-27830C6EC394}" type="presOf" srcId="{3F715D3A-8617-4EF8-BE04-5C6FEDC83FA5}" destId="{8C48F98D-8FC3-41F6-B729-3FEF12982B00}" srcOrd="0" destOrd="1" presId="urn:diagrams.loki3.com/BracketList+Icon"/>
    <dgm:cxn modelId="{A708DD97-7F06-4520-8B51-6DC3B1ACA2BE}" srcId="{E56903E4-2582-49F2-84F7-3304AC5929C6}" destId="{821C7019-60BF-4190-ADF3-7D7E9E655246}" srcOrd="0" destOrd="0" parTransId="{1EE14659-F1DB-4076-A04B-83E4A2F71368}" sibTransId="{68797299-F23A-4F7C-95AA-CA839643A835}"/>
    <dgm:cxn modelId="{3E72D299-10FC-432B-81AA-D8C7B474FEE8}" srcId="{ACEFF0E2-7A79-4D8B-B213-F80B6224A883}" destId="{C057B320-A503-458C-B59A-ED4F0F70327C}" srcOrd="6" destOrd="0" parTransId="{D4BC37F9-12AB-4817-A4C0-4DB9320C1AE7}" sibTransId="{B7B3F56A-C267-45D2-9365-404EFB55CF32}"/>
    <dgm:cxn modelId="{B836309A-35C2-47D0-A995-FB18A1CDB1B5}" srcId="{3BD80844-7A45-4EB0-9484-A69D90CD3022}" destId="{1ECC2B94-0B3D-4595-BD5C-2E83EBC6D829}" srcOrd="0" destOrd="0" parTransId="{81EC544C-AA69-4D1C-B5AB-4FB6394EFA53}" sibTransId="{B72575C3-5687-4899-B0C0-015E4ECBAB43}"/>
    <dgm:cxn modelId="{345F21B2-840D-4B00-8865-3CBF557B64A8}" srcId="{ACEFF0E2-7A79-4D8B-B213-F80B6224A883}" destId="{ABA8ECBB-4C8A-4541-A139-B9520E96CA8E}" srcOrd="0" destOrd="0" parTransId="{A6A60628-0F6E-4937-9AC0-6C29A7D50F90}" sibTransId="{D50F81D6-4BAE-4BC4-9282-397350F69E54}"/>
    <dgm:cxn modelId="{4C46FAB5-D7A3-4F6E-898F-ABAE24562414}" type="presOf" srcId="{64CBD1F5-50A1-4F0E-A602-B9BF636E8761}" destId="{C41975E5-0874-4ED0-B91A-7AED68950391}" srcOrd="0" destOrd="0" presId="urn:diagrams.loki3.com/BracketList+Icon"/>
    <dgm:cxn modelId="{A58D85C6-EE88-4589-BABD-074FA83EB167}" srcId="{ABA8ECBB-4C8A-4541-A139-B9520E96CA8E}" destId="{F372962C-A16A-450D-8ACC-C28734A42979}" srcOrd="0" destOrd="0" parTransId="{FD009149-A181-48EF-99AA-F735F6C21F55}" sibTransId="{76C73274-6DA7-460B-BDEB-11BEF2007D32}"/>
    <dgm:cxn modelId="{D328AAC8-0EAF-484E-8BA8-80C528D8292E}" type="presOf" srcId="{7186FF99-5BA4-40D2-9C85-59DED0DE5987}" destId="{C41975E5-0874-4ED0-B91A-7AED68950391}" srcOrd="0" destOrd="1" presId="urn:diagrams.loki3.com/BracketList+Icon"/>
    <dgm:cxn modelId="{031181CD-12B8-46CF-B1B8-E877C5BBDE7F}" srcId="{CE0E5AD2-505A-4BEC-BFA4-1D8ADB23137C}" destId="{3F715D3A-8617-4EF8-BE04-5C6FEDC83FA5}" srcOrd="1" destOrd="0" parTransId="{6CBF66A4-C5C5-4832-8079-8B1668B7697B}" sibTransId="{D4B32B05-8596-4E49-8A03-E3764B38E470}"/>
    <dgm:cxn modelId="{9162FAD1-6E3D-4CEC-B1A6-2309EC38FC85}" srcId="{ACEFF0E2-7A79-4D8B-B213-F80B6224A883}" destId="{4C0513AD-2316-4D43-B92E-8EA950B24C13}" srcOrd="4" destOrd="0" parTransId="{79C02C7E-945D-4FCE-A551-EC48DD9A2B0C}" sibTransId="{CE5980D4-18DD-430C-A6F2-DC73E550DFC2}"/>
    <dgm:cxn modelId="{1C6591DF-16F6-4CE3-BAC5-D72194A5F12F}" type="presOf" srcId="{E56903E4-2582-49F2-84F7-3304AC5929C6}" destId="{9429795C-2909-4220-AC57-037B01FE1EF3}" srcOrd="0" destOrd="0" presId="urn:diagrams.loki3.com/BracketList+Icon"/>
    <dgm:cxn modelId="{447ACCE1-81CA-47B5-B1AD-8014AF994F9F}" type="presOf" srcId="{515C66F8-C2CC-47F9-8171-5939D73FD90E}" destId="{C2B800EA-BE82-49A0-B231-A4FC89A78437}" srcOrd="0" destOrd="0" presId="urn:diagrams.loki3.com/BracketList+Icon"/>
    <dgm:cxn modelId="{3981DAFC-27E1-4302-B809-A82811FB62E3}" srcId="{C057B320-A503-458C-B59A-ED4F0F70327C}" destId="{F53D6214-293B-4BCE-A473-012C593A6A86}" srcOrd="0" destOrd="0" parTransId="{A1747D84-E168-4D24-AD25-061E46CA63ED}" sibTransId="{9955483D-0942-4267-A35E-CB9DACD4A29D}"/>
    <dgm:cxn modelId="{F365A2C3-D578-442E-808C-75D3F52C12A9}" type="presParOf" srcId="{35D4DC1D-2527-479C-A30B-FE154FA01547}" destId="{67523DE5-D154-4054-A2B3-475AFA8F7AD0}" srcOrd="0" destOrd="0" presId="urn:diagrams.loki3.com/BracketList+Icon"/>
    <dgm:cxn modelId="{D602776B-5E99-443E-94C3-25DF44A017CA}" type="presParOf" srcId="{67523DE5-D154-4054-A2B3-475AFA8F7AD0}" destId="{2464F16B-50B6-47A1-894B-3935404D8346}" srcOrd="0" destOrd="0" presId="urn:diagrams.loki3.com/BracketList+Icon"/>
    <dgm:cxn modelId="{53AC9B20-871D-4656-958B-DD948861EA9F}" type="presParOf" srcId="{67523DE5-D154-4054-A2B3-475AFA8F7AD0}" destId="{B8FCFA79-00CE-426D-8298-A8C453D62A16}" srcOrd="1" destOrd="0" presId="urn:diagrams.loki3.com/BracketList+Icon"/>
    <dgm:cxn modelId="{D03E2955-4E47-4AB9-98A2-D2A6D3A6EFB9}" type="presParOf" srcId="{67523DE5-D154-4054-A2B3-475AFA8F7AD0}" destId="{55038A37-75AD-49DB-AA09-59C79625604A}" srcOrd="2" destOrd="0" presId="urn:diagrams.loki3.com/BracketList+Icon"/>
    <dgm:cxn modelId="{C6B4DE93-89B9-45BF-87C6-400F64A8753F}" type="presParOf" srcId="{67523DE5-D154-4054-A2B3-475AFA8F7AD0}" destId="{B72A4493-0AD1-4AD1-BC88-AB62589276F7}" srcOrd="3" destOrd="0" presId="urn:diagrams.loki3.com/BracketList+Icon"/>
    <dgm:cxn modelId="{D6F66FD2-1839-45A2-A0BE-66EC02C2DAE2}" type="presParOf" srcId="{35D4DC1D-2527-479C-A30B-FE154FA01547}" destId="{ED94BDDE-A12B-43DE-8DA7-EA29FBCCE588}" srcOrd="1" destOrd="0" presId="urn:diagrams.loki3.com/BracketList+Icon"/>
    <dgm:cxn modelId="{AA808DEC-C391-4EC4-8585-7353A449C271}" type="presParOf" srcId="{35D4DC1D-2527-479C-A30B-FE154FA01547}" destId="{7E2FC6B4-11FB-4F3F-A345-21F97EAAF6E5}" srcOrd="2" destOrd="0" presId="urn:diagrams.loki3.com/BracketList+Icon"/>
    <dgm:cxn modelId="{877E9902-5A98-407E-B587-35CC17DEE793}" type="presParOf" srcId="{7E2FC6B4-11FB-4F3F-A345-21F97EAAF6E5}" destId="{FD9B0968-E1FE-4B1A-B6E5-7B91C736DFD3}" srcOrd="0" destOrd="0" presId="urn:diagrams.loki3.com/BracketList+Icon"/>
    <dgm:cxn modelId="{172EFBBB-8CA5-4A60-839E-6833755572DB}" type="presParOf" srcId="{7E2FC6B4-11FB-4F3F-A345-21F97EAAF6E5}" destId="{8F0EEE2C-DBE2-4A99-9F6B-A037F789C7CB}" srcOrd="1" destOrd="0" presId="urn:diagrams.loki3.com/BracketList+Icon"/>
    <dgm:cxn modelId="{2F4FCA13-15EA-41BD-9428-13CC9B03845D}" type="presParOf" srcId="{7E2FC6B4-11FB-4F3F-A345-21F97EAAF6E5}" destId="{D23C9AC9-B53D-4D07-B29B-7B0399159993}" srcOrd="2" destOrd="0" presId="urn:diagrams.loki3.com/BracketList+Icon"/>
    <dgm:cxn modelId="{E189D4B5-CA92-4B17-B348-04416A354F3B}" type="presParOf" srcId="{7E2FC6B4-11FB-4F3F-A345-21F97EAAF6E5}" destId="{C2B800EA-BE82-49A0-B231-A4FC89A78437}" srcOrd="3" destOrd="0" presId="urn:diagrams.loki3.com/BracketList+Icon"/>
    <dgm:cxn modelId="{5B15A3A5-FF11-458B-948B-B930B5E40F7C}" type="presParOf" srcId="{35D4DC1D-2527-479C-A30B-FE154FA01547}" destId="{DA09327D-4A6F-4EBE-B7C5-902F0428DC34}" srcOrd="3" destOrd="0" presId="urn:diagrams.loki3.com/BracketList+Icon"/>
    <dgm:cxn modelId="{FB759CA2-9975-48C8-8856-BCC55AF1B9FB}" type="presParOf" srcId="{35D4DC1D-2527-479C-A30B-FE154FA01547}" destId="{D120C3E7-F52A-44CD-A2F4-94DFE53C6DB8}" srcOrd="4" destOrd="0" presId="urn:diagrams.loki3.com/BracketList+Icon"/>
    <dgm:cxn modelId="{4F6C50A0-FBF2-4216-9A7A-753D5B9CCA16}" type="presParOf" srcId="{D120C3E7-F52A-44CD-A2F4-94DFE53C6DB8}" destId="{0C6E9586-0904-4E0E-B045-8FC3B182FE7F}" srcOrd="0" destOrd="0" presId="urn:diagrams.loki3.com/BracketList+Icon"/>
    <dgm:cxn modelId="{674B1760-C532-4EC8-AE09-363DC89A9931}" type="presParOf" srcId="{D120C3E7-F52A-44CD-A2F4-94DFE53C6DB8}" destId="{99D7E933-1C5D-4C09-B3B7-AF432CF0A776}" srcOrd="1" destOrd="0" presId="urn:diagrams.loki3.com/BracketList+Icon"/>
    <dgm:cxn modelId="{EBD99721-4921-4E00-BD8D-BEE1A2169E75}" type="presParOf" srcId="{D120C3E7-F52A-44CD-A2F4-94DFE53C6DB8}" destId="{C00BCA68-C2D2-49D6-AB26-ABD6C4E36C07}" srcOrd="2" destOrd="0" presId="urn:diagrams.loki3.com/BracketList+Icon"/>
    <dgm:cxn modelId="{843FEF6D-8C7E-43FB-8BD8-2F65E4065DBF}" type="presParOf" srcId="{D120C3E7-F52A-44CD-A2F4-94DFE53C6DB8}" destId="{97081939-553F-4199-823A-6B69CBDCD0CD}" srcOrd="3" destOrd="0" presId="urn:diagrams.loki3.com/BracketList+Icon"/>
    <dgm:cxn modelId="{4B436ECD-C203-468C-B8CB-42E5CED57F5D}" type="presParOf" srcId="{35D4DC1D-2527-479C-A30B-FE154FA01547}" destId="{DC0802CE-9141-4548-B5C0-80B3E34CD42A}" srcOrd="5" destOrd="0" presId="urn:diagrams.loki3.com/BracketList+Icon"/>
    <dgm:cxn modelId="{E5018295-0BCF-4E9D-9C1E-E7C673C255F3}" type="presParOf" srcId="{35D4DC1D-2527-479C-A30B-FE154FA01547}" destId="{0C9E4F22-0608-4F41-9D34-DF3AEA5D86C5}" srcOrd="6" destOrd="0" presId="urn:diagrams.loki3.com/BracketList+Icon"/>
    <dgm:cxn modelId="{07D0402F-3266-4E48-A10C-46B37A740C1B}" type="presParOf" srcId="{0C9E4F22-0608-4F41-9D34-DF3AEA5D86C5}" destId="{C009FC99-15FA-4DE6-8BFD-10332ABABB1B}" srcOrd="0" destOrd="0" presId="urn:diagrams.loki3.com/BracketList+Icon"/>
    <dgm:cxn modelId="{0EBC2DC1-F86A-42A1-96B6-8D744A2CB894}" type="presParOf" srcId="{0C9E4F22-0608-4F41-9D34-DF3AEA5D86C5}" destId="{6A563B94-D45C-4FEB-BFDA-5AFF81882257}" srcOrd="1" destOrd="0" presId="urn:diagrams.loki3.com/BracketList+Icon"/>
    <dgm:cxn modelId="{4B632EB0-111B-41E1-9181-FF8B425ED1C4}" type="presParOf" srcId="{0C9E4F22-0608-4F41-9D34-DF3AEA5D86C5}" destId="{9E6F553C-D686-4DFB-8569-CCFACAFAFD9A}" srcOrd="2" destOrd="0" presId="urn:diagrams.loki3.com/BracketList+Icon"/>
    <dgm:cxn modelId="{6F6B83E7-5CC5-4890-8AF3-F6DAB3021055}" type="presParOf" srcId="{0C9E4F22-0608-4F41-9D34-DF3AEA5D86C5}" destId="{C41975E5-0874-4ED0-B91A-7AED68950391}" srcOrd="3" destOrd="0" presId="urn:diagrams.loki3.com/BracketList+Icon"/>
    <dgm:cxn modelId="{A7DB215A-91C4-43CE-8E71-9FAB6A5C32A0}" type="presParOf" srcId="{35D4DC1D-2527-479C-A30B-FE154FA01547}" destId="{9ABC958A-34D0-4872-A6FA-E08687D37D18}" srcOrd="7" destOrd="0" presId="urn:diagrams.loki3.com/BracketList+Icon"/>
    <dgm:cxn modelId="{C9626E32-2246-4279-AC20-ED72CC79610B}" type="presParOf" srcId="{35D4DC1D-2527-479C-A30B-FE154FA01547}" destId="{690B3900-8FBD-438B-881E-A7B52D2887CA}" srcOrd="8" destOrd="0" presId="urn:diagrams.loki3.com/BracketList+Icon"/>
    <dgm:cxn modelId="{2C236A55-D937-4BDD-B87F-F46E0394105C}" type="presParOf" srcId="{690B3900-8FBD-438B-881E-A7B52D2887CA}" destId="{6D851499-684D-4C3D-83A8-6AA9A197C8F9}" srcOrd="0" destOrd="0" presId="urn:diagrams.loki3.com/BracketList+Icon"/>
    <dgm:cxn modelId="{775C8342-573D-447C-90CE-592EE2F6D5B5}" type="presParOf" srcId="{690B3900-8FBD-438B-881E-A7B52D2887CA}" destId="{E8F9E3E2-511D-40C1-87E4-E91B56428FBC}" srcOrd="1" destOrd="0" presId="urn:diagrams.loki3.com/BracketList+Icon"/>
    <dgm:cxn modelId="{501A059B-003D-4A7A-AD11-97443B0FABF5}" type="presParOf" srcId="{690B3900-8FBD-438B-881E-A7B52D2887CA}" destId="{D68D8D1C-6C33-4FF2-8CC3-C8E8CFF192F6}" srcOrd="2" destOrd="0" presId="urn:diagrams.loki3.com/BracketList+Icon"/>
    <dgm:cxn modelId="{CE5B71E9-BE11-4AE5-A28B-456B2FE88590}" type="presParOf" srcId="{690B3900-8FBD-438B-881E-A7B52D2887CA}" destId="{928ADDCD-65B9-4388-B69A-811DE3D841B7}" srcOrd="3" destOrd="0" presId="urn:diagrams.loki3.com/BracketList+Icon"/>
    <dgm:cxn modelId="{4AA929AC-91DD-4346-99B5-EF0488D82DDE}" type="presParOf" srcId="{35D4DC1D-2527-479C-A30B-FE154FA01547}" destId="{37536A02-2F8D-4DE1-B9F8-0BCE514297DF}" srcOrd="9" destOrd="0" presId="urn:diagrams.loki3.com/BracketList+Icon"/>
    <dgm:cxn modelId="{F1F30355-DA92-46F1-B208-00846071A035}" type="presParOf" srcId="{35D4DC1D-2527-479C-A30B-FE154FA01547}" destId="{C6E55CD8-F918-4299-996A-70F201CB76B3}" srcOrd="10" destOrd="0" presId="urn:diagrams.loki3.com/BracketList+Icon"/>
    <dgm:cxn modelId="{1E2D5928-5D1F-4BF8-A7B0-95C486A35C78}" type="presParOf" srcId="{C6E55CD8-F918-4299-996A-70F201CB76B3}" destId="{7B436C41-E123-47E2-BD3F-90F16A67A925}" srcOrd="0" destOrd="0" presId="urn:diagrams.loki3.com/BracketList+Icon"/>
    <dgm:cxn modelId="{25D37745-CCE7-4C65-81A5-5603758110DD}" type="presParOf" srcId="{C6E55CD8-F918-4299-996A-70F201CB76B3}" destId="{6F27BABC-87F1-482C-B469-52133303DABD}" srcOrd="1" destOrd="0" presId="urn:diagrams.loki3.com/BracketList+Icon"/>
    <dgm:cxn modelId="{2597A991-3D0B-4F2F-AC84-E6AF2BD283E2}" type="presParOf" srcId="{C6E55CD8-F918-4299-996A-70F201CB76B3}" destId="{81B520AB-3BCD-4ABD-B4E7-7473B6E82D48}" srcOrd="2" destOrd="0" presId="urn:diagrams.loki3.com/BracketList+Icon"/>
    <dgm:cxn modelId="{5B49CA16-3DFA-40F5-8D8B-9B8DB78961F7}" type="presParOf" srcId="{C6E55CD8-F918-4299-996A-70F201CB76B3}" destId="{8C48F98D-8FC3-41F6-B729-3FEF12982B00}" srcOrd="3" destOrd="0" presId="urn:diagrams.loki3.com/BracketList+Icon"/>
    <dgm:cxn modelId="{4FC0759C-111E-478D-AC43-250D54C135BD}" type="presParOf" srcId="{35D4DC1D-2527-479C-A30B-FE154FA01547}" destId="{94FFAA58-9C73-45F9-82D2-5986982CA023}" srcOrd="11" destOrd="0" presId="urn:diagrams.loki3.com/BracketList+Icon"/>
    <dgm:cxn modelId="{A673C075-CDBA-4776-9B7D-4639147E124F}" type="presParOf" srcId="{35D4DC1D-2527-479C-A30B-FE154FA01547}" destId="{311C48DE-A7EC-4809-AC29-C1D7EF6FF8E5}" srcOrd="12" destOrd="0" presId="urn:diagrams.loki3.com/BracketList+Icon"/>
    <dgm:cxn modelId="{1BAADADB-3454-49D2-9152-AEB60B7E282D}" type="presParOf" srcId="{311C48DE-A7EC-4809-AC29-C1D7EF6FF8E5}" destId="{762F7821-B6E7-43C7-94A1-B21834B15C4C}" srcOrd="0" destOrd="0" presId="urn:diagrams.loki3.com/BracketList+Icon"/>
    <dgm:cxn modelId="{F9392456-1751-42B0-8307-248A93D1677F}" type="presParOf" srcId="{311C48DE-A7EC-4809-AC29-C1D7EF6FF8E5}" destId="{0C63057A-6FFC-4013-B57E-C01026A2FCBA}" srcOrd="1" destOrd="0" presId="urn:diagrams.loki3.com/BracketList+Icon"/>
    <dgm:cxn modelId="{DE8CD319-2C9D-485D-90B8-64226971629A}" type="presParOf" srcId="{311C48DE-A7EC-4809-AC29-C1D7EF6FF8E5}" destId="{BC14CC1C-0046-4F4F-B533-A759B76EA8AB}" srcOrd="2" destOrd="0" presId="urn:diagrams.loki3.com/BracketList+Icon"/>
    <dgm:cxn modelId="{CB96118A-EFBC-4BE7-B3E0-671D5045B28E}" type="presParOf" srcId="{311C48DE-A7EC-4809-AC29-C1D7EF6FF8E5}" destId="{3346482D-D943-4C97-AF19-DA6C6CBD55B8}" srcOrd="3" destOrd="0" presId="urn:diagrams.loki3.com/BracketList+Icon"/>
    <dgm:cxn modelId="{E95BC982-4C44-4D78-BE6F-DCA2DC9A71C1}" type="presParOf" srcId="{35D4DC1D-2527-479C-A30B-FE154FA01547}" destId="{F6EDB393-4CB8-4A97-A65D-14C804D4888A}" srcOrd="13" destOrd="0" presId="urn:diagrams.loki3.com/BracketList+Icon"/>
    <dgm:cxn modelId="{5543947F-6531-4F5B-BF89-DCF8A3373B94}" type="presParOf" srcId="{35D4DC1D-2527-479C-A30B-FE154FA01547}" destId="{142397EE-9DCB-4D2E-9108-1B3C958CD410}" srcOrd="14" destOrd="0" presId="urn:diagrams.loki3.com/BracketList+Icon"/>
    <dgm:cxn modelId="{0CDC2E74-C325-4940-AD58-09DF40FE2DF6}" type="presParOf" srcId="{142397EE-9DCB-4D2E-9108-1B3C958CD410}" destId="{9429795C-2909-4220-AC57-037B01FE1EF3}" srcOrd="0" destOrd="0" presId="urn:diagrams.loki3.com/BracketList+Icon"/>
    <dgm:cxn modelId="{9BFD45B3-C331-49D9-85A2-B28B1AF5C51A}" type="presParOf" srcId="{142397EE-9DCB-4D2E-9108-1B3C958CD410}" destId="{A96AFEC0-25C8-4AD7-B1E8-25984477AA93}" srcOrd="1" destOrd="0" presId="urn:diagrams.loki3.com/BracketList+Icon"/>
    <dgm:cxn modelId="{DE0D04ED-B39A-49E2-A946-12A2F8F43981}" type="presParOf" srcId="{142397EE-9DCB-4D2E-9108-1B3C958CD410}" destId="{3CC5F1CC-23E6-4DE9-80F6-3D3013F5929D}" srcOrd="2" destOrd="0" presId="urn:diagrams.loki3.com/BracketList+Icon"/>
    <dgm:cxn modelId="{52829648-FDE8-40B7-A284-DC147B78ACDD}" type="presParOf" srcId="{142397EE-9DCB-4D2E-9108-1B3C958CD410}" destId="{FF003553-5BB9-45D9-92C9-0B6034DF7CF9}" srcOrd="3" destOrd="0" presId="urn:diagrams.loki3.com/BracketList+Icon"/>
    <dgm:cxn modelId="{9B8A51E7-DE81-4AB6-8F6F-B65DD7A27989}" type="presParOf" srcId="{35D4DC1D-2527-479C-A30B-FE154FA01547}" destId="{41263E3F-182D-4CAD-9615-53B61889EA7D}" srcOrd="15" destOrd="0" presId="urn:diagrams.loki3.com/BracketList+Icon"/>
    <dgm:cxn modelId="{FFC47A01-642A-4D5C-BC7F-201D753C3DB0}" type="presParOf" srcId="{35D4DC1D-2527-479C-A30B-FE154FA01547}" destId="{45F79467-91C6-401B-A97F-7198A5573D0D}" srcOrd="16" destOrd="0" presId="urn:diagrams.loki3.com/BracketList+Icon"/>
    <dgm:cxn modelId="{3538A489-9C35-41D6-A141-C912D2EA4A8A}" type="presParOf" srcId="{45F79467-91C6-401B-A97F-7198A5573D0D}" destId="{7F8A2F85-6372-4C09-924A-3527F88000EF}" srcOrd="0" destOrd="0" presId="urn:diagrams.loki3.com/BracketList+Icon"/>
    <dgm:cxn modelId="{8375FC65-9FCA-4D37-9934-25DBEAFFFF92}" type="presParOf" srcId="{45F79467-91C6-401B-A97F-7198A5573D0D}" destId="{232AB8C4-8E52-4803-A089-F4C027F90FC6}" srcOrd="1" destOrd="0" presId="urn:diagrams.loki3.com/BracketList+Icon"/>
    <dgm:cxn modelId="{54AACDBA-81DE-4C73-815F-0AE07D877EC6}" type="presParOf" srcId="{45F79467-91C6-401B-A97F-7198A5573D0D}" destId="{1FCB3AF1-0F37-4EFB-B4BB-37E37A29E04C}" srcOrd="2" destOrd="0" presId="urn:diagrams.loki3.com/BracketList+Icon"/>
    <dgm:cxn modelId="{1C11E428-A967-40F5-94FD-60EF2C923C0C}" type="presParOf" srcId="{45F79467-91C6-401B-A97F-7198A5573D0D}" destId="{35BF8C2B-F48C-4FDD-80D2-2DF88D0A623F}" srcOrd="3" destOrd="0" presId="urn:diagrams.loki3.com/BracketLis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764606D-EFF1-4F9B-84F3-FEB66F2C04E6}"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s-ES"/>
        </a:p>
      </dgm:t>
    </dgm:pt>
    <dgm:pt modelId="{20DA1774-2F10-431F-B4D1-B14E6B555DEA}">
      <dgm:prSet phldrT="[Texto]" custT="1"/>
      <dgm:spPr/>
      <dgm:t>
        <a:bodyPr/>
        <a:lstStyle/>
        <a:p>
          <a:r>
            <a:rPr lang="es-ES_tradnl" sz="1800" b="1" dirty="0"/>
            <a:t>Balance</a:t>
          </a:r>
          <a:endParaRPr lang="es-ES" sz="1800" b="1" dirty="0"/>
        </a:p>
      </dgm:t>
    </dgm:pt>
    <dgm:pt modelId="{DE2424A6-93DA-463A-BB34-2DD13E2EDD3A}" type="parTrans" cxnId="{D77A7430-DE24-4390-823C-A2ECAE94B3F6}">
      <dgm:prSet/>
      <dgm:spPr/>
      <dgm:t>
        <a:bodyPr/>
        <a:lstStyle/>
        <a:p>
          <a:endParaRPr lang="es-ES" sz="1800"/>
        </a:p>
      </dgm:t>
    </dgm:pt>
    <dgm:pt modelId="{76449FB5-EE42-442D-ADF0-D728F412228F}" type="sibTrans" cxnId="{D77A7430-DE24-4390-823C-A2ECAE94B3F6}">
      <dgm:prSet/>
      <dgm:spPr/>
      <dgm:t>
        <a:bodyPr/>
        <a:lstStyle/>
        <a:p>
          <a:endParaRPr lang="es-ES" sz="1800"/>
        </a:p>
      </dgm:t>
    </dgm:pt>
    <dgm:pt modelId="{52AB2401-5F6F-42C1-BFCC-54A4DC714AFC}">
      <dgm:prSet phldrT="[Texto]" custT="1"/>
      <dgm:spPr/>
      <dgm:t>
        <a:bodyPr/>
        <a:lstStyle/>
        <a:p>
          <a:r>
            <a:rPr lang="es-ES_tradnl" sz="1800" dirty="0"/>
            <a:t>Estado contable que refleja la situación del patrimonio de la empresa en un día concreto</a:t>
          </a:r>
          <a:endParaRPr lang="es-ES" sz="1800" dirty="0"/>
        </a:p>
      </dgm:t>
    </dgm:pt>
    <dgm:pt modelId="{730EE574-F3C4-4EF5-9EF2-74440E22DCEE}" type="parTrans" cxnId="{CE2E2A1E-853F-42FD-9F8D-44B84295CBAB}">
      <dgm:prSet/>
      <dgm:spPr/>
      <dgm:t>
        <a:bodyPr/>
        <a:lstStyle/>
        <a:p>
          <a:endParaRPr lang="es-ES" sz="1800"/>
        </a:p>
      </dgm:t>
    </dgm:pt>
    <dgm:pt modelId="{2731C732-76C9-45B3-9723-78C19835D549}" type="sibTrans" cxnId="{CE2E2A1E-853F-42FD-9F8D-44B84295CBAB}">
      <dgm:prSet/>
      <dgm:spPr/>
      <dgm:t>
        <a:bodyPr/>
        <a:lstStyle/>
        <a:p>
          <a:endParaRPr lang="es-ES" sz="1800"/>
        </a:p>
      </dgm:t>
    </dgm:pt>
    <dgm:pt modelId="{82240D0A-B664-46F2-B6ED-C9F88CDBF5CC}">
      <dgm:prSet phldrT="[Texto]" custT="1"/>
      <dgm:spPr/>
      <dgm:t>
        <a:bodyPr/>
        <a:lstStyle/>
        <a:p>
          <a:endParaRPr lang="es-ES" sz="1800" dirty="0"/>
        </a:p>
      </dgm:t>
    </dgm:pt>
    <dgm:pt modelId="{72E0B160-6A26-4C99-9FD5-9715B5392200}" type="parTrans" cxnId="{F2F9761A-899F-41BA-990C-EBB6229D203C}">
      <dgm:prSet/>
      <dgm:spPr/>
      <dgm:t>
        <a:bodyPr/>
        <a:lstStyle/>
        <a:p>
          <a:endParaRPr lang="es-ES"/>
        </a:p>
      </dgm:t>
    </dgm:pt>
    <dgm:pt modelId="{297E19E2-A33C-4141-B718-B9A927D1EB9E}" type="sibTrans" cxnId="{F2F9761A-899F-41BA-990C-EBB6229D203C}">
      <dgm:prSet/>
      <dgm:spPr/>
      <dgm:t>
        <a:bodyPr/>
        <a:lstStyle/>
        <a:p>
          <a:endParaRPr lang="es-ES"/>
        </a:p>
      </dgm:t>
    </dgm:pt>
    <dgm:pt modelId="{62376258-4861-4522-8A4A-E0E6926503C1}" type="pres">
      <dgm:prSet presAssocID="{D764606D-EFF1-4F9B-84F3-FEB66F2C04E6}" presName="Name0" presStyleCnt="0">
        <dgm:presLayoutVars>
          <dgm:dir/>
          <dgm:animLvl val="lvl"/>
          <dgm:resizeHandles/>
        </dgm:presLayoutVars>
      </dgm:prSet>
      <dgm:spPr/>
    </dgm:pt>
    <dgm:pt modelId="{FCBE8121-FE7D-4624-A9A6-DE53AD21F7C8}" type="pres">
      <dgm:prSet presAssocID="{20DA1774-2F10-431F-B4D1-B14E6B555DEA}" presName="linNode" presStyleCnt="0"/>
      <dgm:spPr/>
    </dgm:pt>
    <dgm:pt modelId="{88AB60C0-10F5-4527-809B-607DCDDAE206}" type="pres">
      <dgm:prSet presAssocID="{20DA1774-2F10-431F-B4D1-B14E6B555DEA}" presName="parentShp" presStyleLbl="node1" presStyleIdx="0" presStyleCnt="1" custScaleX="57221" custScaleY="62100">
        <dgm:presLayoutVars>
          <dgm:bulletEnabled val="1"/>
        </dgm:presLayoutVars>
      </dgm:prSet>
      <dgm:spPr/>
    </dgm:pt>
    <dgm:pt modelId="{8100E588-D3FA-47D6-8621-29A5E8C7A1A9}" type="pres">
      <dgm:prSet presAssocID="{20DA1774-2F10-431F-B4D1-B14E6B555DEA}" presName="childShp" presStyleLbl="bgAccFollowNode1" presStyleIdx="0" presStyleCnt="1" custScaleX="128507" custScaleY="100098">
        <dgm:presLayoutVars>
          <dgm:bulletEnabled val="1"/>
        </dgm:presLayoutVars>
      </dgm:prSet>
      <dgm:spPr/>
    </dgm:pt>
  </dgm:ptLst>
  <dgm:cxnLst>
    <dgm:cxn modelId="{F2F9761A-899F-41BA-990C-EBB6229D203C}" srcId="{20DA1774-2F10-431F-B4D1-B14E6B555DEA}" destId="{82240D0A-B664-46F2-B6ED-C9F88CDBF5CC}" srcOrd="1" destOrd="0" parTransId="{72E0B160-6A26-4C99-9FD5-9715B5392200}" sibTransId="{297E19E2-A33C-4141-B718-B9A927D1EB9E}"/>
    <dgm:cxn modelId="{CE2E2A1E-853F-42FD-9F8D-44B84295CBAB}" srcId="{20DA1774-2F10-431F-B4D1-B14E6B555DEA}" destId="{52AB2401-5F6F-42C1-BFCC-54A4DC714AFC}" srcOrd="0" destOrd="0" parTransId="{730EE574-F3C4-4EF5-9EF2-74440E22DCEE}" sibTransId="{2731C732-76C9-45B3-9723-78C19835D549}"/>
    <dgm:cxn modelId="{D77A7430-DE24-4390-823C-A2ECAE94B3F6}" srcId="{D764606D-EFF1-4F9B-84F3-FEB66F2C04E6}" destId="{20DA1774-2F10-431F-B4D1-B14E6B555DEA}" srcOrd="0" destOrd="0" parTransId="{DE2424A6-93DA-463A-BB34-2DD13E2EDD3A}" sibTransId="{76449FB5-EE42-442D-ADF0-D728F412228F}"/>
    <dgm:cxn modelId="{80E44166-F008-4E9D-82FE-BC7A79E419B6}" type="presOf" srcId="{20DA1774-2F10-431F-B4D1-B14E6B555DEA}" destId="{88AB60C0-10F5-4527-809B-607DCDDAE206}" srcOrd="0" destOrd="0" presId="urn:microsoft.com/office/officeart/2005/8/layout/vList6"/>
    <dgm:cxn modelId="{B072747D-A8A9-467E-A6B6-1428119EF25C}" type="presOf" srcId="{52AB2401-5F6F-42C1-BFCC-54A4DC714AFC}" destId="{8100E588-D3FA-47D6-8621-29A5E8C7A1A9}" srcOrd="0" destOrd="0" presId="urn:microsoft.com/office/officeart/2005/8/layout/vList6"/>
    <dgm:cxn modelId="{A1C76AD0-71EE-43E0-8BD1-A6E4DF1A4900}" type="presOf" srcId="{D764606D-EFF1-4F9B-84F3-FEB66F2C04E6}" destId="{62376258-4861-4522-8A4A-E0E6926503C1}" srcOrd="0" destOrd="0" presId="urn:microsoft.com/office/officeart/2005/8/layout/vList6"/>
    <dgm:cxn modelId="{CF097FE1-BF71-485D-8A1B-FF1BC83A90EF}" type="presOf" srcId="{82240D0A-B664-46F2-B6ED-C9F88CDBF5CC}" destId="{8100E588-D3FA-47D6-8621-29A5E8C7A1A9}" srcOrd="0" destOrd="1" presId="urn:microsoft.com/office/officeart/2005/8/layout/vList6"/>
    <dgm:cxn modelId="{76838C18-645C-4996-A0A4-77489C78A90A}" type="presParOf" srcId="{62376258-4861-4522-8A4A-E0E6926503C1}" destId="{FCBE8121-FE7D-4624-A9A6-DE53AD21F7C8}" srcOrd="0" destOrd="0" presId="urn:microsoft.com/office/officeart/2005/8/layout/vList6"/>
    <dgm:cxn modelId="{E6C05DA2-860C-4070-A13C-2A46996BB07E}" type="presParOf" srcId="{FCBE8121-FE7D-4624-A9A6-DE53AD21F7C8}" destId="{88AB60C0-10F5-4527-809B-607DCDDAE206}" srcOrd="0" destOrd="0" presId="urn:microsoft.com/office/officeart/2005/8/layout/vList6"/>
    <dgm:cxn modelId="{DCB06C9A-D936-43C7-9D03-131DBEE58DBC}" type="presParOf" srcId="{FCBE8121-FE7D-4624-A9A6-DE53AD21F7C8}" destId="{8100E588-D3FA-47D6-8621-29A5E8C7A1A9}"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764606D-EFF1-4F9B-84F3-FEB66F2C04E6}"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s-ES"/>
        </a:p>
      </dgm:t>
    </dgm:pt>
    <dgm:pt modelId="{20DA1774-2F10-431F-B4D1-B14E6B555DEA}">
      <dgm:prSet phldrT="[Texto]" custT="1"/>
      <dgm:spPr/>
      <dgm:t>
        <a:bodyPr/>
        <a:lstStyle/>
        <a:p>
          <a:r>
            <a:rPr lang="es-ES_tradnl" sz="1800" b="1" dirty="0"/>
            <a:t>Patrimonio</a:t>
          </a:r>
          <a:endParaRPr lang="es-ES" sz="1800" b="1" dirty="0"/>
        </a:p>
      </dgm:t>
    </dgm:pt>
    <dgm:pt modelId="{DE2424A6-93DA-463A-BB34-2DD13E2EDD3A}" type="parTrans" cxnId="{D77A7430-DE24-4390-823C-A2ECAE94B3F6}">
      <dgm:prSet/>
      <dgm:spPr/>
      <dgm:t>
        <a:bodyPr/>
        <a:lstStyle/>
        <a:p>
          <a:endParaRPr lang="es-ES" sz="1800"/>
        </a:p>
      </dgm:t>
    </dgm:pt>
    <dgm:pt modelId="{76449FB5-EE42-442D-ADF0-D728F412228F}" type="sibTrans" cxnId="{D77A7430-DE24-4390-823C-A2ECAE94B3F6}">
      <dgm:prSet/>
      <dgm:spPr/>
      <dgm:t>
        <a:bodyPr/>
        <a:lstStyle/>
        <a:p>
          <a:endParaRPr lang="es-ES" sz="1800"/>
        </a:p>
      </dgm:t>
    </dgm:pt>
    <dgm:pt modelId="{52AB2401-5F6F-42C1-BFCC-54A4DC714AFC}">
      <dgm:prSet phldrT="[Texto]" custT="1"/>
      <dgm:spPr/>
      <dgm:t>
        <a:bodyPr/>
        <a:lstStyle/>
        <a:p>
          <a:r>
            <a:rPr lang="es-ES_tradnl" sz="1800" dirty="0"/>
            <a:t>Bienes, derechos y obligaciones o deudas que posee una empresa. Tienes 3 partes.</a:t>
          </a:r>
          <a:endParaRPr lang="es-ES" sz="1800" dirty="0"/>
        </a:p>
      </dgm:t>
    </dgm:pt>
    <dgm:pt modelId="{730EE574-F3C4-4EF5-9EF2-74440E22DCEE}" type="parTrans" cxnId="{CE2E2A1E-853F-42FD-9F8D-44B84295CBAB}">
      <dgm:prSet/>
      <dgm:spPr/>
      <dgm:t>
        <a:bodyPr/>
        <a:lstStyle/>
        <a:p>
          <a:endParaRPr lang="es-ES" sz="1800"/>
        </a:p>
      </dgm:t>
    </dgm:pt>
    <dgm:pt modelId="{2731C732-76C9-45B3-9723-78C19835D549}" type="sibTrans" cxnId="{CE2E2A1E-853F-42FD-9F8D-44B84295CBAB}">
      <dgm:prSet/>
      <dgm:spPr/>
      <dgm:t>
        <a:bodyPr/>
        <a:lstStyle/>
        <a:p>
          <a:endParaRPr lang="es-ES" sz="1800"/>
        </a:p>
      </dgm:t>
    </dgm:pt>
    <dgm:pt modelId="{82240D0A-B664-46F2-B6ED-C9F88CDBF5CC}">
      <dgm:prSet phldrT="[Texto]" custT="1"/>
      <dgm:spPr/>
      <dgm:t>
        <a:bodyPr/>
        <a:lstStyle/>
        <a:p>
          <a:endParaRPr lang="es-ES" sz="1800" dirty="0"/>
        </a:p>
      </dgm:t>
    </dgm:pt>
    <dgm:pt modelId="{72E0B160-6A26-4C99-9FD5-9715B5392200}" type="parTrans" cxnId="{F2F9761A-899F-41BA-990C-EBB6229D203C}">
      <dgm:prSet/>
      <dgm:spPr/>
      <dgm:t>
        <a:bodyPr/>
        <a:lstStyle/>
        <a:p>
          <a:endParaRPr lang="es-ES"/>
        </a:p>
      </dgm:t>
    </dgm:pt>
    <dgm:pt modelId="{297E19E2-A33C-4141-B718-B9A927D1EB9E}" type="sibTrans" cxnId="{F2F9761A-899F-41BA-990C-EBB6229D203C}">
      <dgm:prSet/>
      <dgm:spPr/>
      <dgm:t>
        <a:bodyPr/>
        <a:lstStyle/>
        <a:p>
          <a:endParaRPr lang="es-ES"/>
        </a:p>
      </dgm:t>
    </dgm:pt>
    <dgm:pt modelId="{62376258-4861-4522-8A4A-E0E6926503C1}" type="pres">
      <dgm:prSet presAssocID="{D764606D-EFF1-4F9B-84F3-FEB66F2C04E6}" presName="Name0" presStyleCnt="0">
        <dgm:presLayoutVars>
          <dgm:dir/>
          <dgm:animLvl val="lvl"/>
          <dgm:resizeHandles/>
        </dgm:presLayoutVars>
      </dgm:prSet>
      <dgm:spPr/>
    </dgm:pt>
    <dgm:pt modelId="{FCBE8121-FE7D-4624-A9A6-DE53AD21F7C8}" type="pres">
      <dgm:prSet presAssocID="{20DA1774-2F10-431F-B4D1-B14E6B555DEA}" presName="linNode" presStyleCnt="0"/>
      <dgm:spPr/>
    </dgm:pt>
    <dgm:pt modelId="{88AB60C0-10F5-4527-809B-607DCDDAE206}" type="pres">
      <dgm:prSet presAssocID="{20DA1774-2F10-431F-B4D1-B14E6B555DEA}" presName="parentShp" presStyleLbl="node1" presStyleIdx="0" presStyleCnt="1" custScaleX="57221" custScaleY="62100">
        <dgm:presLayoutVars>
          <dgm:bulletEnabled val="1"/>
        </dgm:presLayoutVars>
      </dgm:prSet>
      <dgm:spPr/>
    </dgm:pt>
    <dgm:pt modelId="{8100E588-D3FA-47D6-8621-29A5E8C7A1A9}" type="pres">
      <dgm:prSet presAssocID="{20DA1774-2F10-431F-B4D1-B14E6B555DEA}" presName="childShp" presStyleLbl="bgAccFollowNode1" presStyleIdx="0" presStyleCnt="1" custScaleX="128507" custScaleY="100098" custLinFactNeighborX="145" custLinFactNeighborY="-19097">
        <dgm:presLayoutVars>
          <dgm:bulletEnabled val="1"/>
        </dgm:presLayoutVars>
      </dgm:prSet>
      <dgm:spPr/>
    </dgm:pt>
  </dgm:ptLst>
  <dgm:cxnLst>
    <dgm:cxn modelId="{1A2FB00A-85A3-4812-B1DD-E8AB66335E0B}" type="presOf" srcId="{D764606D-EFF1-4F9B-84F3-FEB66F2C04E6}" destId="{62376258-4861-4522-8A4A-E0E6926503C1}" srcOrd="0" destOrd="0" presId="urn:microsoft.com/office/officeart/2005/8/layout/vList6"/>
    <dgm:cxn modelId="{F2F9761A-899F-41BA-990C-EBB6229D203C}" srcId="{20DA1774-2F10-431F-B4D1-B14E6B555DEA}" destId="{82240D0A-B664-46F2-B6ED-C9F88CDBF5CC}" srcOrd="1" destOrd="0" parTransId="{72E0B160-6A26-4C99-9FD5-9715B5392200}" sibTransId="{297E19E2-A33C-4141-B718-B9A927D1EB9E}"/>
    <dgm:cxn modelId="{CE2E2A1E-853F-42FD-9F8D-44B84295CBAB}" srcId="{20DA1774-2F10-431F-B4D1-B14E6B555DEA}" destId="{52AB2401-5F6F-42C1-BFCC-54A4DC714AFC}" srcOrd="0" destOrd="0" parTransId="{730EE574-F3C4-4EF5-9EF2-74440E22DCEE}" sibTransId="{2731C732-76C9-45B3-9723-78C19835D549}"/>
    <dgm:cxn modelId="{5C155725-2B92-4DB5-B499-8D3F63C7BECC}" type="presOf" srcId="{82240D0A-B664-46F2-B6ED-C9F88CDBF5CC}" destId="{8100E588-D3FA-47D6-8621-29A5E8C7A1A9}" srcOrd="0" destOrd="1" presId="urn:microsoft.com/office/officeart/2005/8/layout/vList6"/>
    <dgm:cxn modelId="{D77A7430-DE24-4390-823C-A2ECAE94B3F6}" srcId="{D764606D-EFF1-4F9B-84F3-FEB66F2C04E6}" destId="{20DA1774-2F10-431F-B4D1-B14E6B555DEA}" srcOrd="0" destOrd="0" parTransId="{DE2424A6-93DA-463A-BB34-2DD13E2EDD3A}" sibTransId="{76449FB5-EE42-442D-ADF0-D728F412228F}"/>
    <dgm:cxn modelId="{6CCE4231-01C4-4E41-AF20-2C365331E576}" type="presOf" srcId="{20DA1774-2F10-431F-B4D1-B14E6B555DEA}" destId="{88AB60C0-10F5-4527-809B-607DCDDAE206}" srcOrd="0" destOrd="0" presId="urn:microsoft.com/office/officeart/2005/8/layout/vList6"/>
    <dgm:cxn modelId="{018FCA39-1A97-4ED9-8D3A-D8C46A898709}" type="presOf" srcId="{52AB2401-5F6F-42C1-BFCC-54A4DC714AFC}" destId="{8100E588-D3FA-47D6-8621-29A5E8C7A1A9}" srcOrd="0" destOrd="0" presId="urn:microsoft.com/office/officeart/2005/8/layout/vList6"/>
    <dgm:cxn modelId="{7C8BF2E3-366F-4839-829C-B5C8B4E21FDA}" type="presParOf" srcId="{62376258-4861-4522-8A4A-E0E6926503C1}" destId="{FCBE8121-FE7D-4624-A9A6-DE53AD21F7C8}" srcOrd="0" destOrd="0" presId="urn:microsoft.com/office/officeart/2005/8/layout/vList6"/>
    <dgm:cxn modelId="{D0170891-5B65-44CB-A610-4DF16A30EE28}" type="presParOf" srcId="{FCBE8121-FE7D-4624-A9A6-DE53AD21F7C8}" destId="{88AB60C0-10F5-4527-809B-607DCDDAE206}" srcOrd="0" destOrd="0" presId="urn:microsoft.com/office/officeart/2005/8/layout/vList6"/>
    <dgm:cxn modelId="{731B6841-9527-4F6A-AE14-52DD01D53AE0}" type="presParOf" srcId="{FCBE8121-FE7D-4624-A9A6-DE53AD21F7C8}" destId="{8100E588-D3FA-47D6-8621-29A5E8C7A1A9}" srcOrd="1" destOrd="0" presId="urn:microsoft.com/office/officeart/2005/8/layout/vList6"/>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B4D50D9-4E9D-48DD-ABD7-A56E45E0C42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ES"/>
        </a:p>
      </dgm:t>
    </dgm:pt>
    <dgm:pt modelId="{3E423FE2-945F-46DC-91D5-9535A337C523}">
      <dgm:prSet phldrT="[Texto]" custT="1"/>
      <dgm:spPr/>
      <dgm:t>
        <a:bodyPr/>
        <a:lstStyle/>
        <a:p>
          <a:r>
            <a:rPr lang="es-ES_tradnl" sz="2000" b="1" i="1" dirty="0">
              <a:effectLst>
                <a:outerShdw blurRad="38100" dist="38100" dir="2700000" algn="tl">
                  <a:srgbClr val="000000">
                    <a:alpha val="43137"/>
                  </a:srgbClr>
                </a:outerShdw>
              </a:effectLst>
            </a:rPr>
            <a:t>Activo no corriente</a:t>
          </a:r>
          <a:endParaRPr lang="es-ES" sz="2000" b="1" i="1" dirty="0">
            <a:effectLst>
              <a:outerShdw blurRad="38100" dist="38100" dir="2700000" algn="tl">
                <a:srgbClr val="000000">
                  <a:alpha val="43137"/>
                </a:srgbClr>
              </a:outerShdw>
            </a:effectLst>
          </a:endParaRPr>
        </a:p>
      </dgm:t>
    </dgm:pt>
    <dgm:pt modelId="{818A68EC-2199-4487-A354-E154A222F9C6}" type="parTrans" cxnId="{31FEBA46-17AE-4392-92A5-E82B9BF1EFD6}">
      <dgm:prSet/>
      <dgm:spPr/>
      <dgm:t>
        <a:bodyPr/>
        <a:lstStyle/>
        <a:p>
          <a:endParaRPr lang="es-ES" sz="1800"/>
        </a:p>
      </dgm:t>
    </dgm:pt>
    <dgm:pt modelId="{3613C62B-0C86-4215-9866-B7C78213237E}" type="sibTrans" cxnId="{31FEBA46-17AE-4392-92A5-E82B9BF1EFD6}">
      <dgm:prSet/>
      <dgm:spPr/>
      <dgm:t>
        <a:bodyPr/>
        <a:lstStyle/>
        <a:p>
          <a:endParaRPr lang="es-ES" sz="1800"/>
        </a:p>
      </dgm:t>
    </dgm:pt>
    <dgm:pt modelId="{2DC8AF70-3D89-4396-BDCD-F8744E6D8E35}">
      <dgm:prSet phldrT="[Texto]" custT="1"/>
      <dgm:spPr/>
      <dgm:t>
        <a:bodyPr/>
        <a:lstStyle/>
        <a:p>
          <a:r>
            <a:rPr lang="es-ES_tradnl" sz="1800" dirty="0"/>
            <a:t>Terrenos</a:t>
          </a:r>
          <a:endParaRPr lang="es-ES" sz="1800" dirty="0"/>
        </a:p>
      </dgm:t>
    </dgm:pt>
    <dgm:pt modelId="{58703499-56FD-4121-BC45-314CBE1AEAA4}" type="parTrans" cxnId="{272CD81A-C712-401A-AA5D-B8A68B4A1A1C}">
      <dgm:prSet/>
      <dgm:spPr/>
      <dgm:t>
        <a:bodyPr/>
        <a:lstStyle/>
        <a:p>
          <a:endParaRPr lang="es-ES" sz="1800"/>
        </a:p>
      </dgm:t>
    </dgm:pt>
    <dgm:pt modelId="{B97128C8-7A0F-4AEA-816E-953D0C5FA98F}" type="sibTrans" cxnId="{272CD81A-C712-401A-AA5D-B8A68B4A1A1C}">
      <dgm:prSet/>
      <dgm:spPr/>
      <dgm:t>
        <a:bodyPr/>
        <a:lstStyle/>
        <a:p>
          <a:endParaRPr lang="es-ES" sz="1800"/>
        </a:p>
      </dgm:t>
    </dgm:pt>
    <dgm:pt modelId="{521C609F-BFF9-4BAB-9A8B-B01845A5ECB1}">
      <dgm:prSet phldrT="[Texto]" custT="1"/>
      <dgm:spPr/>
      <dgm:t>
        <a:bodyPr/>
        <a:lstStyle/>
        <a:p>
          <a:r>
            <a:rPr lang="es-ES_tradnl" sz="2000" b="1" i="1" dirty="0">
              <a:effectLst>
                <a:outerShdw blurRad="38100" dist="38100" dir="2700000" algn="tl">
                  <a:srgbClr val="000000">
                    <a:alpha val="43137"/>
                  </a:srgbClr>
                </a:outerShdw>
              </a:effectLst>
            </a:rPr>
            <a:t>Existencias</a:t>
          </a:r>
          <a:endParaRPr lang="es-ES" sz="2000" b="1" i="1" dirty="0">
            <a:effectLst>
              <a:outerShdw blurRad="38100" dist="38100" dir="2700000" algn="tl">
                <a:srgbClr val="000000">
                  <a:alpha val="43137"/>
                </a:srgbClr>
              </a:outerShdw>
            </a:effectLst>
          </a:endParaRPr>
        </a:p>
      </dgm:t>
    </dgm:pt>
    <dgm:pt modelId="{877632FB-29C4-4F60-9D66-64796905E8A6}" type="parTrans" cxnId="{4012FD24-9379-4C5D-8A27-2DD64B57B115}">
      <dgm:prSet/>
      <dgm:spPr/>
      <dgm:t>
        <a:bodyPr/>
        <a:lstStyle/>
        <a:p>
          <a:endParaRPr lang="es-ES" sz="1800"/>
        </a:p>
      </dgm:t>
    </dgm:pt>
    <dgm:pt modelId="{6250DF59-14BF-4AB9-AE2B-920DD1B26508}" type="sibTrans" cxnId="{4012FD24-9379-4C5D-8A27-2DD64B57B115}">
      <dgm:prSet/>
      <dgm:spPr/>
      <dgm:t>
        <a:bodyPr/>
        <a:lstStyle/>
        <a:p>
          <a:endParaRPr lang="es-ES" sz="1800"/>
        </a:p>
      </dgm:t>
    </dgm:pt>
    <dgm:pt modelId="{D0FE8E64-E639-4597-833C-48344A9FBF13}">
      <dgm:prSet phldrT="[Texto]" custT="1"/>
      <dgm:spPr/>
      <dgm:t>
        <a:bodyPr/>
        <a:lstStyle/>
        <a:p>
          <a:r>
            <a:rPr lang="es-ES_tradnl" sz="1800" dirty="0"/>
            <a:t>Mercaderías</a:t>
          </a:r>
          <a:endParaRPr lang="es-ES" sz="1800" dirty="0"/>
        </a:p>
      </dgm:t>
    </dgm:pt>
    <dgm:pt modelId="{4B3275A0-B53D-412D-A0F1-A1F43D71B370}" type="parTrans" cxnId="{9A53D66C-EF83-47C1-943B-E0C509189EFF}">
      <dgm:prSet/>
      <dgm:spPr/>
      <dgm:t>
        <a:bodyPr/>
        <a:lstStyle/>
        <a:p>
          <a:endParaRPr lang="es-ES" sz="1800"/>
        </a:p>
      </dgm:t>
    </dgm:pt>
    <dgm:pt modelId="{34E85088-9883-43B6-966A-E2957282F214}" type="sibTrans" cxnId="{9A53D66C-EF83-47C1-943B-E0C509189EFF}">
      <dgm:prSet/>
      <dgm:spPr/>
      <dgm:t>
        <a:bodyPr/>
        <a:lstStyle/>
        <a:p>
          <a:endParaRPr lang="es-ES" sz="1800"/>
        </a:p>
      </dgm:t>
    </dgm:pt>
    <dgm:pt modelId="{DB127F86-9876-40F2-9A0A-BBF4C50AD57C}">
      <dgm:prSet phldrT="[Texto]" custT="1"/>
      <dgm:spPr/>
      <dgm:t>
        <a:bodyPr/>
        <a:lstStyle/>
        <a:p>
          <a:r>
            <a:rPr lang="es-ES_tradnl" sz="2000" b="1" i="1" dirty="0">
              <a:effectLst>
                <a:outerShdw blurRad="38100" dist="38100" dir="2700000" algn="tl">
                  <a:srgbClr val="000000">
                    <a:alpha val="43137"/>
                  </a:srgbClr>
                </a:outerShdw>
              </a:effectLst>
            </a:rPr>
            <a:t>Realizable</a:t>
          </a:r>
          <a:endParaRPr lang="es-ES" sz="2000" b="1" i="1" dirty="0">
            <a:effectLst>
              <a:outerShdw blurRad="38100" dist="38100" dir="2700000" algn="tl">
                <a:srgbClr val="000000">
                  <a:alpha val="43137"/>
                </a:srgbClr>
              </a:outerShdw>
            </a:effectLst>
          </a:endParaRPr>
        </a:p>
      </dgm:t>
    </dgm:pt>
    <dgm:pt modelId="{DDBA128D-74D6-46AA-8C2B-E1E9660C728C}" type="parTrans" cxnId="{470F0ACE-A3AD-4A14-BCD5-CA7CCF27FBA7}">
      <dgm:prSet/>
      <dgm:spPr/>
      <dgm:t>
        <a:bodyPr/>
        <a:lstStyle/>
        <a:p>
          <a:endParaRPr lang="es-ES" sz="1800"/>
        </a:p>
      </dgm:t>
    </dgm:pt>
    <dgm:pt modelId="{3CCAB35C-8413-44CC-A38F-9A3E36BA4277}" type="sibTrans" cxnId="{470F0ACE-A3AD-4A14-BCD5-CA7CCF27FBA7}">
      <dgm:prSet/>
      <dgm:spPr/>
      <dgm:t>
        <a:bodyPr/>
        <a:lstStyle/>
        <a:p>
          <a:endParaRPr lang="es-ES" sz="1800"/>
        </a:p>
      </dgm:t>
    </dgm:pt>
    <dgm:pt modelId="{414945D7-D3E2-4E55-B081-E7FC3B11D71F}">
      <dgm:prSet phldrT="[Texto]" custT="1"/>
      <dgm:spPr/>
      <dgm:t>
        <a:bodyPr/>
        <a:lstStyle/>
        <a:p>
          <a:r>
            <a:rPr lang="es-ES_tradnl" sz="1800" dirty="0"/>
            <a:t>Clientes</a:t>
          </a:r>
          <a:endParaRPr lang="es-ES" sz="1800" dirty="0"/>
        </a:p>
      </dgm:t>
    </dgm:pt>
    <dgm:pt modelId="{8FE74879-88C9-4AD9-92A1-A59AB7BB758B}" type="parTrans" cxnId="{9B7EF29E-8AD1-498C-A0D9-E33BB4267C65}">
      <dgm:prSet/>
      <dgm:spPr/>
      <dgm:t>
        <a:bodyPr/>
        <a:lstStyle/>
        <a:p>
          <a:endParaRPr lang="es-ES" sz="1800"/>
        </a:p>
      </dgm:t>
    </dgm:pt>
    <dgm:pt modelId="{CED8A845-2BC4-4496-92CA-5E4F6548055C}" type="sibTrans" cxnId="{9B7EF29E-8AD1-498C-A0D9-E33BB4267C65}">
      <dgm:prSet/>
      <dgm:spPr/>
      <dgm:t>
        <a:bodyPr/>
        <a:lstStyle/>
        <a:p>
          <a:endParaRPr lang="es-ES" sz="1800"/>
        </a:p>
      </dgm:t>
    </dgm:pt>
    <dgm:pt modelId="{93AA0169-0C69-4651-BB2F-13F60AD5C457}">
      <dgm:prSet phldrT="[Texto]" custT="1"/>
      <dgm:spPr/>
      <dgm:t>
        <a:bodyPr/>
        <a:lstStyle/>
        <a:p>
          <a:r>
            <a:rPr lang="es-ES_tradnl" sz="1800" dirty="0"/>
            <a:t>Construcciones</a:t>
          </a:r>
          <a:endParaRPr lang="es-ES" sz="1800" dirty="0"/>
        </a:p>
      </dgm:t>
    </dgm:pt>
    <dgm:pt modelId="{09BFCBD6-64D9-468C-A225-27CB3FD7C1F9}" type="parTrans" cxnId="{6D64910C-EFBF-4479-8CAE-A89B4ACDCEFB}">
      <dgm:prSet/>
      <dgm:spPr/>
      <dgm:t>
        <a:bodyPr/>
        <a:lstStyle/>
        <a:p>
          <a:endParaRPr lang="es-ES" sz="1800"/>
        </a:p>
      </dgm:t>
    </dgm:pt>
    <dgm:pt modelId="{D331DFD4-FB05-47CC-8336-8DCFC162AA5A}" type="sibTrans" cxnId="{6D64910C-EFBF-4479-8CAE-A89B4ACDCEFB}">
      <dgm:prSet/>
      <dgm:spPr/>
      <dgm:t>
        <a:bodyPr/>
        <a:lstStyle/>
        <a:p>
          <a:endParaRPr lang="es-ES" sz="1800"/>
        </a:p>
      </dgm:t>
    </dgm:pt>
    <dgm:pt modelId="{F9EDBC0A-C3D1-4750-AF6F-4EF501FBD1AE}">
      <dgm:prSet phldrT="[Texto]" custT="1"/>
      <dgm:spPr/>
      <dgm:t>
        <a:bodyPr/>
        <a:lstStyle/>
        <a:p>
          <a:r>
            <a:rPr lang="es-ES_tradnl" sz="1800" dirty="0"/>
            <a:t>Maquinaria</a:t>
          </a:r>
          <a:endParaRPr lang="es-ES" sz="1800" dirty="0"/>
        </a:p>
      </dgm:t>
    </dgm:pt>
    <dgm:pt modelId="{5E116048-419C-4F21-86AA-52CACD56D67A}" type="parTrans" cxnId="{0EE310ED-FE8D-4192-A0B0-7BC42E7AF2C1}">
      <dgm:prSet/>
      <dgm:spPr/>
      <dgm:t>
        <a:bodyPr/>
        <a:lstStyle/>
        <a:p>
          <a:endParaRPr lang="es-ES" sz="1800"/>
        </a:p>
      </dgm:t>
    </dgm:pt>
    <dgm:pt modelId="{1025FB2B-27A5-41C4-9954-65A05D0D9A86}" type="sibTrans" cxnId="{0EE310ED-FE8D-4192-A0B0-7BC42E7AF2C1}">
      <dgm:prSet/>
      <dgm:spPr/>
      <dgm:t>
        <a:bodyPr/>
        <a:lstStyle/>
        <a:p>
          <a:endParaRPr lang="es-ES" sz="1800"/>
        </a:p>
      </dgm:t>
    </dgm:pt>
    <dgm:pt modelId="{A7A4E197-C1CE-422F-B363-29081FEABB00}">
      <dgm:prSet phldrT="[Texto]" custT="1"/>
      <dgm:spPr/>
      <dgm:t>
        <a:bodyPr/>
        <a:lstStyle/>
        <a:p>
          <a:r>
            <a:rPr lang="es-ES_tradnl" sz="1800" dirty="0"/>
            <a:t>Utillaje</a:t>
          </a:r>
          <a:endParaRPr lang="es-ES" sz="1800" dirty="0"/>
        </a:p>
      </dgm:t>
    </dgm:pt>
    <dgm:pt modelId="{8A42D15E-D0BD-4960-BA0A-415D8FA918E3}" type="parTrans" cxnId="{EE559225-B48D-41F0-8185-911A0F8068A7}">
      <dgm:prSet/>
      <dgm:spPr/>
      <dgm:t>
        <a:bodyPr/>
        <a:lstStyle/>
        <a:p>
          <a:endParaRPr lang="es-ES" sz="1800"/>
        </a:p>
      </dgm:t>
    </dgm:pt>
    <dgm:pt modelId="{E438A04A-22A2-4A9C-A029-012FA084B961}" type="sibTrans" cxnId="{EE559225-B48D-41F0-8185-911A0F8068A7}">
      <dgm:prSet/>
      <dgm:spPr/>
      <dgm:t>
        <a:bodyPr/>
        <a:lstStyle/>
        <a:p>
          <a:endParaRPr lang="es-ES" sz="1800"/>
        </a:p>
      </dgm:t>
    </dgm:pt>
    <dgm:pt modelId="{866B5135-FECB-43CA-88A6-73748C7BBD1B}">
      <dgm:prSet phldrT="[Texto]" custT="1"/>
      <dgm:spPr/>
      <dgm:t>
        <a:bodyPr/>
        <a:lstStyle/>
        <a:p>
          <a:r>
            <a:rPr lang="es-ES_tradnl" sz="1800" dirty="0"/>
            <a:t>Mobiliario</a:t>
          </a:r>
          <a:endParaRPr lang="es-ES" sz="1800" dirty="0"/>
        </a:p>
      </dgm:t>
    </dgm:pt>
    <dgm:pt modelId="{CB5E635D-F25D-4E17-9A1E-559E32647819}" type="parTrans" cxnId="{8AF47CA3-8684-4011-A620-9747990423AD}">
      <dgm:prSet/>
      <dgm:spPr/>
      <dgm:t>
        <a:bodyPr/>
        <a:lstStyle/>
        <a:p>
          <a:endParaRPr lang="es-ES" sz="1800"/>
        </a:p>
      </dgm:t>
    </dgm:pt>
    <dgm:pt modelId="{01AE0349-AC96-4A81-BEEB-3896438D4DC5}" type="sibTrans" cxnId="{8AF47CA3-8684-4011-A620-9747990423AD}">
      <dgm:prSet/>
      <dgm:spPr/>
      <dgm:t>
        <a:bodyPr/>
        <a:lstStyle/>
        <a:p>
          <a:endParaRPr lang="es-ES" sz="1800"/>
        </a:p>
      </dgm:t>
    </dgm:pt>
    <dgm:pt modelId="{A4190434-CB27-47DA-AD7D-466F72E6B0C7}">
      <dgm:prSet phldrT="[Texto]" custT="1"/>
      <dgm:spPr/>
      <dgm:t>
        <a:bodyPr/>
        <a:lstStyle/>
        <a:p>
          <a:r>
            <a:rPr lang="es-ES_tradnl" sz="1800" dirty="0"/>
            <a:t>Equipos para proceso de información</a:t>
          </a:r>
          <a:endParaRPr lang="es-ES" sz="1800" dirty="0"/>
        </a:p>
      </dgm:t>
    </dgm:pt>
    <dgm:pt modelId="{2411C4E1-1601-4ED5-96C8-F15D99DDC32D}" type="parTrans" cxnId="{E6C44FF4-395A-43A2-94A3-5F8090766CB5}">
      <dgm:prSet/>
      <dgm:spPr/>
      <dgm:t>
        <a:bodyPr/>
        <a:lstStyle/>
        <a:p>
          <a:endParaRPr lang="es-ES" sz="1800"/>
        </a:p>
      </dgm:t>
    </dgm:pt>
    <dgm:pt modelId="{B08F70F6-C3B2-4D73-AB35-7BA27D6D459C}" type="sibTrans" cxnId="{E6C44FF4-395A-43A2-94A3-5F8090766CB5}">
      <dgm:prSet/>
      <dgm:spPr/>
      <dgm:t>
        <a:bodyPr/>
        <a:lstStyle/>
        <a:p>
          <a:endParaRPr lang="es-ES" sz="1800"/>
        </a:p>
      </dgm:t>
    </dgm:pt>
    <dgm:pt modelId="{9DD5DA04-940C-4BA2-9AE8-192A0CCCBF0A}">
      <dgm:prSet phldrT="[Texto]" custT="1"/>
      <dgm:spPr/>
      <dgm:t>
        <a:bodyPr/>
        <a:lstStyle/>
        <a:p>
          <a:r>
            <a:rPr lang="es-ES_tradnl" sz="1800" dirty="0"/>
            <a:t>Aplicaciones informáticas</a:t>
          </a:r>
          <a:endParaRPr lang="es-ES" sz="1800" dirty="0"/>
        </a:p>
      </dgm:t>
    </dgm:pt>
    <dgm:pt modelId="{AFEDDD08-8558-4321-9770-6440D70A0F11}" type="parTrans" cxnId="{7AA6A98D-0158-4E70-B5E5-81A34008AD31}">
      <dgm:prSet/>
      <dgm:spPr/>
      <dgm:t>
        <a:bodyPr/>
        <a:lstStyle/>
        <a:p>
          <a:endParaRPr lang="es-ES" sz="1800"/>
        </a:p>
      </dgm:t>
    </dgm:pt>
    <dgm:pt modelId="{48380A7F-6EC0-47A5-8C47-0A8F8ECA902C}" type="sibTrans" cxnId="{7AA6A98D-0158-4E70-B5E5-81A34008AD31}">
      <dgm:prSet/>
      <dgm:spPr/>
      <dgm:t>
        <a:bodyPr/>
        <a:lstStyle/>
        <a:p>
          <a:endParaRPr lang="es-ES" sz="1800"/>
        </a:p>
      </dgm:t>
    </dgm:pt>
    <dgm:pt modelId="{26D73038-F541-4C4B-9A8F-32A8C910EFBB}">
      <dgm:prSet phldrT="[Texto]" custT="1"/>
      <dgm:spPr/>
      <dgm:t>
        <a:bodyPr/>
        <a:lstStyle/>
        <a:p>
          <a:r>
            <a:rPr lang="es-ES_tradnl" sz="1800" dirty="0"/>
            <a:t>Patentes y marcas</a:t>
          </a:r>
          <a:endParaRPr lang="es-ES" sz="1800" dirty="0"/>
        </a:p>
      </dgm:t>
    </dgm:pt>
    <dgm:pt modelId="{E16F97F8-138E-47E7-A9B0-087D465D3C50}" type="parTrans" cxnId="{FC02AC4C-2DC8-4930-B31E-02AB85CDCFC1}">
      <dgm:prSet/>
      <dgm:spPr/>
      <dgm:t>
        <a:bodyPr/>
        <a:lstStyle/>
        <a:p>
          <a:endParaRPr lang="es-ES" sz="1800"/>
        </a:p>
      </dgm:t>
    </dgm:pt>
    <dgm:pt modelId="{AC201ADE-3D78-4956-86D2-DB6E62B0ED60}" type="sibTrans" cxnId="{FC02AC4C-2DC8-4930-B31E-02AB85CDCFC1}">
      <dgm:prSet/>
      <dgm:spPr/>
      <dgm:t>
        <a:bodyPr/>
        <a:lstStyle/>
        <a:p>
          <a:endParaRPr lang="es-ES" sz="1800"/>
        </a:p>
      </dgm:t>
    </dgm:pt>
    <dgm:pt modelId="{839B7C55-3AE7-4C45-9BBB-C6EBE3C1E7FC}">
      <dgm:prSet phldrT="[Texto]" custT="1"/>
      <dgm:spPr/>
      <dgm:t>
        <a:bodyPr/>
        <a:lstStyle/>
        <a:p>
          <a:r>
            <a:rPr lang="es-ES_tradnl" sz="1800" dirty="0"/>
            <a:t>Materias primas, envases</a:t>
          </a:r>
          <a:endParaRPr lang="es-ES" sz="1800" dirty="0"/>
        </a:p>
      </dgm:t>
    </dgm:pt>
    <dgm:pt modelId="{6034727D-EA23-4BC9-BD32-4855D9FBE052}" type="parTrans" cxnId="{117FF50B-68AE-44D4-86E8-714582FF627E}">
      <dgm:prSet/>
      <dgm:spPr/>
      <dgm:t>
        <a:bodyPr/>
        <a:lstStyle/>
        <a:p>
          <a:endParaRPr lang="es-ES" sz="1800"/>
        </a:p>
      </dgm:t>
    </dgm:pt>
    <dgm:pt modelId="{E56F9FBF-6828-4D37-B923-7FFDF71655A5}" type="sibTrans" cxnId="{117FF50B-68AE-44D4-86E8-714582FF627E}">
      <dgm:prSet/>
      <dgm:spPr/>
      <dgm:t>
        <a:bodyPr/>
        <a:lstStyle/>
        <a:p>
          <a:endParaRPr lang="es-ES" sz="1800"/>
        </a:p>
      </dgm:t>
    </dgm:pt>
    <dgm:pt modelId="{A685BCE5-59C4-428A-A62E-1F13462264C2}">
      <dgm:prSet phldrT="[Texto]" custT="1"/>
      <dgm:spPr/>
      <dgm:t>
        <a:bodyPr/>
        <a:lstStyle/>
        <a:p>
          <a:r>
            <a:rPr lang="es-ES_tradnl" sz="1800" dirty="0"/>
            <a:t>Deudas de Hacienda (IVA soportado)</a:t>
          </a:r>
          <a:endParaRPr lang="es-ES" sz="1800" dirty="0"/>
        </a:p>
      </dgm:t>
    </dgm:pt>
    <dgm:pt modelId="{E55A5D81-A433-4C12-872A-2CBF816D1BB9}" type="parTrans" cxnId="{31DC227C-400B-47CD-99FF-553463944089}">
      <dgm:prSet/>
      <dgm:spPr/>
      <dgm:t>
        <a:bodyPr/>
        <a:lstStyle/>
        <a:p>
          <a:endParaRPr lang="es-ES" sz="1800"/>
        </a:p>
      </dgm:t>
    </dgm:pt>
    <dgm:pt modelId="{2C79609E-B5EA-4612-81E4-60A8DB885324}" type="sibTrans" cxnId="{31DC227C-400B-47CD-99FF-553463944089}">
      <dgm:prSet/>
      <dgm:spPr/>
      <dgm:t>
        <a:bodyPr/>
        <a:lstStyle/>
        <a:p>
          <a:endParaRPr lang="es-ES" sz="1800"/>
        </a:p>
      </dgm:t>
    </dgm:pt>
    <dgm:pt modelId="{929BE707-A4F6-4F97-A1AD-CF79396468DC}">
      <dgm:prSet phldrT="[Texto]" custT="1"/>
      <dgm:spPr/>
      <dgm:t>
        <a:bodyPr/>
        <a:lstStyle/>
        <a:p>
          <a:r>
            <a:rPr lang="es-ES_tradnl" sz="1800" dirty="0"/>
            <a:t>Otros deudores</a:t>
          </a:r>
          <a:endParaRPr lang="es-ES" sz="1800" dirty="0"/>
        </a:p>
      </dgm:t>
    </dgm:pt>
    <dgm:pt modelId="{6FCCFBEB-3F6C-480A-B30A-CC6536E0FE6C}" type="parTrans" cxnId="{9E58E7C3-FCD2-4D89-9192-27B2EC6AE7FE}">
      <dgm:prSet/>
      <dgm:spPr/>
      <dgm:t>
        <a:bodyPr/>
        <a:lstStyle/>
        <a:p>
          <a:endParaRPr lang="es-ES" sz="1800"/>
        </a:p>
      </dgm:t>
    </dgm:pt>
    <dgm:pt modelId="{09FF73C9-0D45-4A11-AA7B-5A4BBEAC7658}" type="sibTrans" cxnId="{9E58E7C3-FCD2-4D89-9192-27B2EC6AE7FE}">
      <dgm:prSet/>
      <dgm:spPr/>
      <dgm:t>
        <a:bodyPr/>
        <a:lstStyle/>
        <a:p>
          <a:endParaRPr lang="es-ES" sz="1800"/>
        </a:p>
      </dgm:t>
    </dgm:pt>
    <dgm:pt modelId="{DBBE732F-1755-4838-94EB-F23730B06738}">
      <dgm:prSet phldrT="[Texto]" custT="1"/>
      <dgm:spPr/>
      <dgm:t>
        <a:bodyPr/>
        <a:lstStyle/>
        <a:p>
          <a:r>
            <a:rPr lang="es-ES_tradnl" sz="2000" b="1" i="1" dirty="0">
              <a:effectLst>
                <a:outerShdw blurRad="38100" dist="38100" dir="2700000" algn="tl">
                  <a:srgbClr val="000000">
                    <a:alpha val="43137"/>
                  </a:srgbClr>
                </a:outerShdw>
              </a:effectLst>
            </a:rPr>
            <a:t>Disponible</a:t>
          </a:r>
          <a:endParaRPr lang="es-ES" sz="2000" b="1" i="1" dirty="0">
            <a:effectLst>
              <a:outerShdw blurRad="38100" dist="38100" dir="2700000" algn="tl">
                <a:srgbClr val="000000">
                  <a:alpha val="43137"/>
                </a:srgbClr>
              </a:outerShdw>
            </a:effectLst>
          </a:endParaRPr>
        </a:p>
      </dgm:t>
    </dgm:pt>
    <dgm:pt modelId="{23A98C55-7C03-4269-8592-058C96B4A26F}" type="parTrans" cxnId="{F8AFB12A-4297-4FB5-B20B-1D2E34DCE5E8}">
      <dgm:prSet/>
      <dgm:spPr/>
      <dgm:t>
        <a:bodyPr/>
        <a:lstStyle/>
        <a:p>
          <a:endParaRPr lang="es-ES" sz="1800"/>
        </a:p>
      </dgm:t>
    </dgm:pt>
    <dgm:pt modelId="{225B5881-DA2E-46A3-8969-15F0837E4A63}" type="sibTrans" cxnId="{F8AFB12A-4297-4FB5-B20B-1D2E34DCE5E8}">
      <dgm:prSet/>
      <dgm:spPr/>
      <dgm:t>
        <a:bodyPr/>
        <a:lstStyle/>
        <a:p>
          <a:endParaRPr lang="es-ES" sz="1800"/>
        </a:p>
      </dgm:t>
    </dgm:pt>
    <dgm:pt modelId="{18A021A6-66DF-40D0-BC2B-6078F290CB72}">
      <dgm:prSet phldrT="[Texto]" custT="1"/>
      <dgm:spPr/>
      <dgm:t>
        <a:bodyPr/>
        <a:lstStyle/>
        <a:p>
          <a:r>
            <a:rPr lang="es-ES_tradnl" sz="1800" dirty="0"/>
            <a:t>Bancos</a:t>
          </a:r>
          <a:endParaRPr lang="es-ES" sz="1800" dirty="0"/>
        </a:p>
      </dgm:t>
    </dgm:pt>
    <dgm:pt modelId="{6344F360-7373-4116-9ECD-26380340631F}" type="parTrans" cxnId="{E582F0BD-A9B9-400F-9DE7-51D3C5917206}">
      <dgm:prSet/>
      <dgm:spPr/>
      <dgm:t>
        <a:bodyPr/>
        <a:lstStyle/>
        <a:p>
          <a:endParaRPr lang="es-ES" sz="1800"/>
        </a:p>
      </dgm:t>
    </dgm:pt>
    <dgm:pt modelId="{B9780714-1E81-4E1D-95B3-7F34FABAD6C2}" type="sibTrans" cxnId="{E582F0BD-A9B9-400F-9DE7-51D3C5917206}">
      <dgm:prSet/>
      <dgm:spPr/>
      <dgm:t>
        <a:bodyPr/>
        <a:lstStyle/>
        <a:p>
          <a:endParaRPr lang="es-ES" sz="1800"/>
        </a:p>
      </dgm:t>
    </dgm:pt>
    <dgm:pt modelId="{1B02B676-77D6-44E9-B9ED-A2D900C6C5F9}">
      <dgm:prSet phldrT="[Texto]" custT="1"/>
      <dgm:spPr/>
      <dgm:t>
        <a:bodyPr/>
        <a:lstStyle/>
        <a:p>
          <a:r>
            <a:rPr lang="es-ES_tradnl" sz="1800" dirty="0"/>
            <a:t>Caja</a:t>
          </a:r>
          <a:endParaRPr lang="es-ES" sz="1800" dirty="0"/>
        </a:p>
      </dgm:t>
    </dgm:pt>
    <dgm:pt modelId="{864E70B3-3C9A-410B-91DF-FC7709487E19}" type="parTrans" cxnId="{ABB950BE-98D9-4FEC-B118-936F0C20198A}">
      <dgm:prSet/>
      <dgm:spPr/>
      <dgm:t>
        <a:bodyPr/>
        <a:lstStyle/>
        <a:p>
          <a:endParaRPr lang="es-ES" sz="1800"/>
        </a:p>
      </dgm:t>
    </dgm:pt>
    <dgm:pt modelId="{174374D6-504F-41C2-B780-EBC6358B0EA7}" type="sibTrans" cxnId="{ABB950BE-98D9-4FEC-B118-936F0C20198A}">
      <dgm:prSet/>
      <dgm:spPr/>
      <dgm:t>
        <a:bodyPr/>
        <a:lstStyle/>
        <a:p>
          <a:endParaRPr lang="es-ES" sz="1800"/>
        </a:p>
      </dgm:t>
    </dgm:pt>
    <dgm:pt modelId="{8D586382-CA2E-49A4-A2FD-7076FC495AA9}" type="pres">
      <dgm:prSet presAssocID="{FB4D50D9-4E9D-48DD-ABD7-A56E45E0C429}" presName="Name0" presStyleCnt="0">
        <dgm:presLayoutVars>
          <dgm:dir/>
          <dgm:animLvl val="lvl"/>
          <dgm:resizeHandles val="exact"/>
        </dgm:presLayoutVars>
      </dgm:prSet>
      <dgm:spPr/>
    </dgm:pt>
    <dgm:pt modelId="{3D69EB10-5017-4CA8-88D3-EC1F38D88172}" type="pres">
      <dgm:prSet presAssocID="{3E423FE2-945F-46DC-91D5-9535A337C523}" presName="linNode" presStyleCnt="0"/>
      <dgm:spPr/>
    </dgm:pt>
    <dgm:pt modelId="{6F3CBE12-8328-4E7D-ADCE-14DD97D7B7AD}" type="pres">
      <dgm:prSet presAssocID="{3E423FE2-945F-46DC-91D5-9535A337C523}" presName="parentText" presStyleLbl="node1" presStyleIdx="0" presStyleCnt="4" custScaleY="207693">
        <dgm:presLayoutVars>
          <dgm:chMax val="1"/>
          <dgm:bulletEnabled val="1"/>
        </dgm:presLayoutVars>
      </dgm:prSet>
      <dgm:spPr/>
    </dgm:pt>
    <dgm:pt modelId="{6A387CB2-6B32-4C77-9019-0107308524A6}" type="pres">
      <dgm:prSet presAssocID="{3E423FE2-945F-46DC-91D5-9535A337C523}" presName="descendantText" presStyleLbl="alignAccFollowNode1" presStyleIdx="0" presStyleCnt="4" custScaleY="244902">
        <dgm:presLayoutVars>
          <dgm:bulletEnabled val="1"/>
        </dgm:presLayoutVars>
      </dgm:prSet>
      <dgm:spPr/>
    </dgm:pt>
    <dgm:pt modelId="{6BA87750-910E-4C7E-B6E8-4A6A9CF2045A}" type="pres">
      <dgm:prSet presAssocID="{3613C62B-0C86-4215-9866-B7C78213237E}" presName="sp" presStyleCnt="0"/>
      <dgm:spPr/>
    </dgm:pt>
    <dgm:pt modelId="{69B95FE2-2738-4EFE-9BD7-71A940224F64}" type="pres">
      <dgm:prSet presAssocID="{521C609F-BFF9-4BAB-9A8B-B01845A5ECB1}" presName="linNode" presStyleCnt="0"/>
      <dgm:spPr/>
    </dgm:pt>
    <dgm:pt modelId="{37D587AC-68B4-4A14-9293-01C41AA6C0EB}" type="pres">
      <dgm:prSet presAssocID="{521C609F-BFF9-4BAB-9A8B-B01845A5ECB1}" presName="parentText" presStyleLbl="node1" presStyleIdx="1" presStyleCnt="4" custScaleY="52348">
        <dgm:presLayoutVars>
          <dgm:chMax val="1"/>
          <dgm:bulletEnabled val="1"/>
        </dgm:presLayoutVars>
      </dgm:prSet>
      <dgm:spPr/>
    </dgm:pt>
    <dgm:pt modelId="{5DC03900-2073-47BB-9CC5-1F022AC333B4}" type="pres">
      <dgm:prSet presAssocID="{521C609F-BFF9-4BAB-9A8B-B01845A5ECB1}" presName="descendantText" presStyleLbl="alignAccFollowNode1" presStyleIdx="1" presStyleCnt="4" custScaleY="76279">
        <dgm:presLayoutVars>
          <dgm:bulletEnabled val="1"/>
        </dgm:presLayoutVars>
      </dgm:prSet>
      <dgm:spPr/>
    </dgm:pt>
    <dgm:pt modelId="{6F0D7CDA-DEC2-4019-9DB1-D9A90323C9BD}" type="pres">
      <dgm:prSet presAssocID="{6250DF59-14BF-4AB9-AE2B-920DD1B26508}" presName="sp" presStyleCnt="0"/>
      <dgm:spPr/>
    </dgm:pt>
    <dgm:pt modelId="{7DCF47D6-F37F-4118-8786-9C560C2239AB}" type="pres">
      <dgm:prSet presAssocID="{DB127F86-9876-40F2-9A0A-BBF4C50AD57C}" presName="linNode" presStyleCnt="0"/>
      <dgm:spPr/>
    </dgm:pt>
    <dgm:pt modelId="{416F3A45-AF62-4645-A6E8-465938D74534}" type="pres">
      <dgm:prSet presAssocID="{DB127F86-9876-40F2-9A0A-BBF4C50AD57C}" presName="parentText" presStyleLbl="node1" presStyleIdx="2" presStyleCnt="4" custScaleY="45431">
        <dgm:presLayoutVars>
          <dgm:chMax val="1"/>
          <dgm:bulletEnabled val="1"/>
        </dgm:presLayoutVars>
      </dgm:prSet>
      <dgm:spPr/>
    </dgm:pt>
    <dgm:pt modelId="{CBE4783F-3A4E-4194-A021-0E90372B7597}" type="pres">
      <dgm:prSet presAssocID="{DB127F86-9876-40F2-9A0A-BBF4C50AD57C}" presName="descendantText" presStyleLbl="alignAccFollowNode1" presStyleIdx="2" presStyleCnt="4">
        <dgm:presLayoutVars>
          <dgm:bulletEnabled val="1"/>
        </dgm:presLayoutVars>
      </dgm:prSet>
      <dgm:spPr/>
    </dgm:pt>
    <dgm:pt modelId="{42BFAAFA-2592-4DA7-9AE2-22656FA603E6}" type="pres">
      <dgm:prSet presAssocID="{3CCAB35C-8413-44CC-A38F-9A3E36BA4277}" presName="sp" presStyleCnt="0"/>
      <dgm:spPr/>
    </dgm:pt>
    <dgm:pt modelId="{AA4031FF-A964-4CE8-82EB-2022B5F05141}" type="pres">
      <dgm:prSet presAssocID="{DBBE732F-1755-4838-94EB-F23730B06738}" presName="linNode" presStyleCnt="0"/>
      <dgm:spPr/>
    </dgm:pt>
    <dgm:pt modelId="{A9F3B02F-539C-41BD-A893-1F5AED1E44A1}" type="pres">
      <dgm:prSet presAssocID="{DBBE732F-1755-4838-94EB-F23730B06738}" presName="parentText" presStyleLbl="node1" presStyleIdx="3" presStyleCnt="4" custScaleY="49125">
        <dgm:presLayoutVars>
          <dgm:chMax val="1"/>
          <dgm:bulletEnabled val="1"/>
        </dgm:presLayoutVars>
      </dgm:prSet>
      <dgm:spPr/>
    </dgm:pt>
    <dgm:pt modelId="{8AACD723-F79C-49FC-BDEC-8E133A2DC216}" type="pres">
      <dgm:prSet presAssocID="{DBBE732F-1755-4838-94EB-F23730B06738}" presName="descendantText" presStyleLbl="alignAccFollowNode1" presStyleIdx="3" presStyleCnt="4" custScaleY="54827">
        <dgm:presLayoutVars>
          <dgm:bulletEnabled val="1"/>
        </dgm:presLayoutVars>
      </dgm:prSet>
      <dgm:spPr/>
    </dgm:pt>
  </dgm:ptLst>
  <dgm:cxnLst>
    <dgm:cxn modelId="{117FF50B-68AE-44D4-86E8-714582FF627E}" srcId="{521C609F-BFF9-4BAB-9A8B-B01845A5ECB1}" destId="{839B7C55-3AE7-4C45-9BBB-C6EBE3C1E7FC}" srcOrd="1" destOrd="0" parTransId="{6034727D-EA23-4BC9-BD32-4855D9FBE052}" sibTransId="{E56F9FBF-6828-4D37-B923-7FFDF71655A5}"/>
    <dgm:cxn modelId="{6D64910C-EFBF-4479-8CAE-A89B4ACDCEFB}" srcId="{3E423FE2-945F-46DC-91D5-9535A337C523}" destId="{93AA0169-0C69-4651-BB2F-13F60AD5C457}" srcOrd="1" destOrd="0" parTransId="{09BFCBD6-64D9-468C-A225-27CB3FD7C1F9}" sibTransId="{D331DFD4-FB05-47CC-8336-8DCFC162AA5A}"/>
    <dgm:cxn modelId="{18D0F010-EF15-4BAE-B7C4-FB7F4433E524}" type="presOf" srcId="{93AA0169-0C69-4651-BB2F-13F60AD5C457}" destId="{6A387CB2-6B32-4C77-9019-0107308524A6}" srcOrd="0" destOrd="1" presId="urn:microsoft.com/office/officeart/2005/8/layout/vList5"/>
    <dgm:cxn modelId="{DD361713-1C94-4DF6-8C28-8302D4DD4BC2}" type="presOf" srcId="{FB4D50D9-4E9D-48DD-ABD7-A56E45E0C429}" destId="{8D586382-CA2E-49A4-A2FD-7076FC495AA9}" srcOrd="0" destOrd="0" presId="urn:microsoft.com/office/officeart/2005/8/layout/vList5"/>
    <dgm:cxn modelId="{E7C5741A-FCDE-43EA-83C1-B5AFB13A3D2E}" type="presOf" srcId="{2DC8AF70-3D89-4396-BDCD-F8744E6D8E35}" destId="{6A387CB2-6B32-4C77-9019-0107308524A6}" srcOrd="0" destOrd="0" presId="urn:microsoft.com/office/officeart/2005/8/layout/vList5"/>
    <dgm:cxn modelId="{272CD81A-C712-401A-AA5D-B8A68B4A1A1C}" srcId="{3E423FE2-945F-46DC-91D5-9535A337C523}" destId="{2DC8AF70-3D89-4396-BDCD-F8744E6D8E35}" srcOrd="0" destOrd="0" parTransId="{58703499-56FD-4121-BC45-314CBE1AEAA4}" sibTransId="{B97128C8-7A0F-4AEA-816E-953D0C5FA98F}"/>
    <dgm:cxn modelId="{EF971A1F-80C4-439E-91E6-A7A1FD14C2B6}" type="presOf" srcId="{A685BCE5-59C4-428A-A62E-1F13462264C2}" destId="{CBE4783F-3A4E-4194-A021-0E90372B7597}" srcOrd="0" destOrd="1" presId="urn:microsoft.com/office/officeart/2005/8/layout/vList5"/>
    <dgm:cxn modelId="{4012FD24-9379-4C5D-8A27-2DD64B57B115}" srcId="{FB4D50D9-4E9D-48DD-ABD7-A56E45E0C429}" destId="{521C609F-BFF9-4BAB-9A8B-B01845A5ECB1}" srcOrd="1" destOrd="0" parTransId="{877632FB-29C4-4F60-9D66-64796905E8A6}" sibTransId="{6250DF59-14BF-4AB9-AE2B-920DD1B26508}"/>
    <dgm:cxn modelId="{EE559225-B48D-41F0-8185-911A0F8068A7}" srcId="{3E423FE2-945F-46DC-91D5-9535A337C523}" destId="{A7A4E197-C1CE-422F-B363-29081FEABB00}" srcOrd="3" destOrd="0" parTransId="{8A42D15E-D0BD-4960-BA0A-415D8FA918E3}" sibTransId="{E438A04A-22A2-4A9C-A029-012FA084B961}"/>
    <dgm:cxn modelId="{BF45CC29-7150-4666-A9C1-6A861AFD3378}" type="presOf" srcId="{18A021A6-66DF-40D0-BC2B-6078F290CB72}" destId="{8AACD723-F79C-49FC-BDEC-8E133A2DC216}" srcOrd="0" destOrd="0" presId="urn:microsoft.com/office/officeart/2005/8/layout/vList5"/>
    <dgm:cxn modelId="{F8AFB12A-4297-4FB5-B20B-1D2E34DCE5E8}" srcId="{FB4D50D9-4E9D-48DD-ABD7-A56E45E0C429}" destId="{DBBE732F-1755-4838-94EB-F23730B06738}" srcOrd="3" destOrd="0" parTransId="{23A98C55-7C03-4269-8592-058C96B4A26F}" sibTransId="{225B5881-DA2E-46A3-8969-15F0837E4A63}"/>
    <dgm:cxn modelId="{B2457F2E-DC6A-4ACC-8155-AC85248FBB96}" type="presOf" srcId="{DB127F86-9876-40F2-9A0A-BBF4C50AD57C}" destId="{416F3A45-AF62-4645-A6E8-465938D74534}" srcOrd="0" destOrd="0" presId="urn:microsoft.com/office/officeart/2005/8/layout/vList5"/>
    <dgm:cxn modelId="{57290832-1DE8-4F07-BD5A-F5478DF322AD}" type="presOf" srcId="{9DD5DA04-940C-4BA2-9AE8-192A0CCCBF0A}" destId="{6A387CB2-6B32-4C77-9019-0107308524A6}" srcOrd="0" destOrd="6" presId="urn:microsoft.com/office/officeart/2005/8/layout/vList5"/>
    <dgm:cxn modelId="{25A6185D-EB1C-4DBE-8EBF-56C74083CA8C}" type="presOf" srcId="{26D73038-F541-4C4B-9A8F-32A8C910EFBB}" destId="{6A387CB2-6B32-4C77-9019-0107308524A6}" srcOrd="0" destOrd="7" presId="urn:microsoft.com/office/officeart/2005/8/layout/vList5"/>
    <dgm:cxn modelId="{0AE78E44-FA6D-4760-B895-3A70D5A78CEA}" type="presOf" srcId="{866B5135-FECB-43CA-88A6-73748C7BBD1B}" destId="{6A387CB2-6B32-4C77-9019-0107308524A6}" srcOrd="0" destOrd="4" presId="urn:microsoft.com/office/officeart/2005/8/layout/vList5"/>
    <dgm:cxn modelId="{31FEBA46-17AE-4392-92A5-E82B9BF1EFD6}" srcId="{FB4D50D9-4E9D-48DD-ABD7-A56E45E0C429}" destId="{3E423FE2-945F-46DC-91D5-9535A337C523}" srcOrd="0" destOrd="0" parTransId="{818A68EC-2199-4487-A354-E154A222F9C6}" sibTransId="{3613C62B-0C86-4215-9866-B7C78213237E}"/>
    <dgm:cxn modelId="{FC02AC4C-2DC8-4930-B31E-02AB85CDCFC1}" srcId="{3E423FE2-945F-46DC-91D5-9535A337C523}" destId="{26D73038-F541-4C4B-9A8F-32A8C910EFBB}" srcOrd="7" destOrd="0" parTransId="{E16F97F8-138E-47E7-A9B0-087D465D3C50}" sibTransId="{AC201ADE-3D78-4956-86D2-DB6E62B0ED60}"/>
    <dgm:cxn modelId="{9A53D66C-EF83-47C1-943B-E0C509189EFF}" srcId="{521C609F-BFF9-4BAB-9A8B-B01845A5ECB1}" destId="{D0FE8E64-E639-4597-833C-48344A9FBF13}" srcOrd="0" destOrd="0" parTransId="{4B3275A0-B53D-412D-A0F1-A1F43D71B370}" sibTransId="{34E85088-9883-43B6-966A-E2957282F214}"/>
    <dgm:cxn modelId="{6BC7614D-668D-4ECC-9E59-F5F48D301088}" type="presOf" srcId="{414945D7-D3E2-4E55-B081-E7FC3B11D71F}" destId="{CBE4783F-3A4E-4194-A021-0E90372B7597}" srcOrd="0" destOrd="0" presId="urn:microsoft.com/office/officeart/2005/8/layout/vList5"/>
    <dgm:cxn modelId="{9FA9E077-D0D8-4D1A-A723-AE58EAF17DA0}" type="presOf" srcId="{F9EDBC0A-C3D1-4750-AF6F-4EF501FBD1AE}" destId="{6A387CB2-6B32-4C77-9019-0107308524A6}" srcOrd="0" destOrd="2" presId="urn:microsoft.com/office/officeart/2005/8/layout/vList5"/>
    <dgm:cxn modelId="{31DC227C-400B-47CD-99FF-553463944089}" srcId="{DB127F86-9876-40F2-9A0A-BBF4C50AD57C}" destId="{A685BCE5-59C4-428A-A62E-1F13462264C2}" srcOrd="1" destOrd="0" parTransId="{E55A5D81-A433-4C12-872A-2CBF816D1BB9}" sibTransId="{2C79609E-B5EA-4612-81E4-60A8DB885324}"/>
    <dgm:cxn modelId="{414D3588-70A4-4D70-9D48-2912C773901D}" type="presOf" srcId="{1B02B676-77D6-44E9-B9ED-A2D900C6C5F9}" destId="{8AACD723-F79C-49FC-BDEC-8E133A2DC216}" srcOrd="0" destOrd="1" presId="urn:microsoft.com/office/officeart/2005/8/layout/vList5"/>
    <dgm:cxn modelId="{7C375388-1386-405D-AA47-D6976A0299BA}" type="presOf" srcId="{A7A4E197-C1CE-422F-B363-29081FEABB00}" destId="{6A387CB2-6B32-4C77-9019-0107308524A6}" srcOrd="0" destOrd="3" presId="urn:microsoft.com/office/officeart/2005/8/layout/vList5"/>
    <dgm:cxn modelId="{7AA6A98D-0158-4E70-B5E5-81A34008AD31}" srcId="{3E423FE2-945F-46DC-91D5-9535A337C523}" destId="{9DD5DA04-940C-4BA2-9AE8-192A0CCCBF0A}" srcOrd="6" destOrd="0" parTransId="{AFEDDD08-8558-4321-9770-6440D70A0F11}" sibTransId="{48380A7F-6EC0-47A5-8C47-0A8F8ECA902C}"/>
    <dgm:cxn modelId="{E004BC97-F98E-42FE-A241-9C06EA5B85E7}" type="presOf" srcId="{D0FE8E64-E639-4597-833C-48344A9FBF13}" destId="{5DC03900-2073-47BB-9CC5-1F022AC333B4}" srcOrd="0" destOrd="0" presId="urn:microsoft.com/office/officeart/2005/8/layout/vList5"/>
    <dgm:cxn modelId="{9B7EF29E-8AD1-498C-A0D9-E33BB4267C65}" srcId="{DB127F86-9876-40F2-9A0A-BBF4C50AD57C}" destId="{414945D7-D3E2-4E55-B081-E7FC3B11D71F}" srcOrd="0" destOrd="0" parTransId="{8FE74879-88C9-4AD9-92A1-A59AB7BB758B}" sibTransId="{CED8A845-2BC4-4496-92CA-5E4F6548055C}"/>
    <dgm:cxn modelId="{8AF47CA3-8684-4011-A620-9747990423AD}" srcId="{3E423FE2-945F-46DC-91D5-9535A337C523}" destId="{866B5135-FECB-43CA-88A6-73748C7BBD1B}" srcOrd="4" destOrd="0" parTransId="{CB5E635D-F25D-4E17-9A1E-559E32647819}" sibTransId="{01AE0349-AC96-4A81-BEEB-3896438D4DC5}"/>
    <dgm:cxn modelId="{A379BFA8-AC68-4C50-9A77-443C8743D173}" type="presOf" srcId="{839B7C55-3AE7-4C45-9BBB-C6EBE3C1E7FC}" destId="{5DC03900-2073-47BB-9CC5-1F022AC333B4}" srcOrd="0" destOrd="1" presId="urn:microsoft.com/office/officeart/2005/8/layout/vList5"/>
    <dgm:cxn modelId="{9C6DA8BA-6B3E-40F8-A328-5DFD962DAAB9}" type="presOf" srcId="{3E423FE2-945F-46DC-91D5-9535A337C523}" destId="{6F3CBE12-8328-4E7D-ADCE-14DD97D7B7AD}" srcOrd="0" destOrd="0" presId="urn:microsoft.com/office/officeart/2005/8/layout/vList5"/>
    <dgm:cxn modelId="{64BD78BD-6A24-4DD6-8C0B-68E3D62CD953}" type="presOf" srcId="{521C609F-BFF9-4BAB-9A8B-B01845A5ECB1}" destId="{37D587AC-68B4-4A14-9293-01C41AA6C0EB}" srcOrd="0" destOrd="0" presId="urn:microsoft.com/office/officeart/2005/8/layout/vList5"/>
    <dgm:cxn modelId="{E582F0BD-A9B9-400F-9DE7-51D3C5917206}" srcId="{DBBE732F-1755-4838-94EB-F23730B06738}" destId="{18A021A6-66DF-40D0-BC2B-6078F290CB72}" srcOrd="0" destOrd="0" parTransId="{6344F360-7373-4116-9ECD-26380340631F}" sibTransId="{B9780714-1E81-4E1D-95B3-7F34FABAD6C2}"/>
    <dgm:cxn modelId="{ABB950BE-98D9-4FEC-B118-936F0C20198A}" srcId="{DBBE732F-1755-4838-94EB-F23730B06738}" destId="{1B02B676-77D6-44E9-B9ED-A2D900C6C5F9}" srcOrd="1" destOrd="0" parTransId="{864E70B3-3C9A-410B-91DF-FC7709487E19}" sibTransId="{174374D6-504F-41C2-B780-EBC6358B0EA7}"/>
    <dgm:cxn modelId="{9E58E7C3-FCD2-4D89-9192-27B2EC6AE7FE}" srcId="{DB127F86-9876-40F2-9A0A-BBF4C50AD57C}" destId="{929BE707-A4F6-4F97-A1AD-CF79396468DC}" srcOrd="2" destOrd="0" parTransId="{6FCCFBEB-3F6C-480A-B30A-CC6536E0FE6C}" sibTransId="{09FF73C9-0D45-4A11-AA7B-5A4BBEAC7658}"/>
    <dgm:cxn modelId="{470F0ACE-A3AD-4A14-BCD5-CA7CCF27FBA7}" srcId="{FB4D50D9-4E9D-48DD-ABD7-A56E45E0C429}" destId="{DB127F86-9876-40F2-9A0A-BBF4C50AD57C}" srcOrd="2" destOrd="0" parTransId="{DDBA128D-74D6-46AA-8C2B-E1E9660C728C}" sibTransId="{3CCAB35C-8413-44CC-A38F-9A3E36BA4277}"/>
    <dgm:cxn modelId="{DD4FE8DD-E79E-41B4-BC01-07706F423FF2}" type="presOf" srcId="{DBBE732F-1755-4838-94EB-F23730B06738}" destId="{A9F3B02F-539C-41BD-A893-1F5AED1E44A1}" srcOrd="0" destOrd="0" presId="urn:microsoft.com/office/officeart/2005/8/layout/vList5"/>
    <dgm:cxn modelId="{583FB1EA-3CB2-41FD-84C1-1D71D6F727AF}" type="presOf" srcId="{A4190434-CB27-47DA-AD7D-466F72E6B0C7}" destId="{6A387CB2-6B32-4C77-9019-0107308524A6}" srcOrd="0" destOrd="5" presId="urn:microsoft.com/office/officeart/2005/8/layout/vList5"/>
    <dgm:cxn modelId="{D97F37EB-A1D3-4B91-A6A0-1FF400E72F09}" type="presOf" srcId="{929BE707-A4F6-4F97-A1AD-CF79396468DC}" destId="{CBE4783F-3A4E-4194-A021-0E90372B7597}" srcOrd="0" destOrd="2" presId="urn:microsoft.com/office/officeart/2005/8/layout/vList5"/>
    <dgm:cxn modelId="{0EE310ED-FE8D-4192-A0B0-7BC42E7AF2C1}" srcId="{3E423FE2-945F-46DC-91D5-9535A337C523}" destId="{F9EDBC0A-C3D1-4750-AF6F-4EF501FBD1AE}" srcOrd="2" destOrd="0" parTransId="{5E116048-419C-4F21-86AA-52CACD56D67A}" sibTransId="{1025FB2B-27A5-41C4-9954-65A05D0D9A86}"/>
    <dgm:cxn modelId="{E6C44FF4-395A-43A2-94A3-5F8090766CB5}" srcId="{3E423FE2-945F-46DC-91D5-9535A337C523}" destId="{A4190434-CB27-47DA-AD7D-466F72E6B0C7}" srcOrd="5" destOrd="0" parTransId="{2411C4E1-1601-4ED5-96C8-F15D99DDC32D}" sibTransId="{B08F70F6-C3B2-4D73-AB35-7BA27D6D459C}"/>
    <dgm:cxn modelId="{35573D77-3B16-40DD-BD4E-2728137C92D9}" type="presParOf" srcId="{8D586382-CA2E-49A4-A2FD-7076FC495AA9}" destId="{3D69EB10-5017-4CA8-88D3-EC1F38D88172}" srcOrd="0" destOrd="0" presId="urn:microsoft.com/office/officeart/2005/8/layout/vList5"/>
    <dgm:cxn modelId="{EB3974EA-3227-4877-BC9F-5C8511F158C2}" type="presParOf" srcId="{3D69EB10-5017-4CA8-88D3-EC1F38D88172}" destId="{6F3CBE12-8328-4E7D-ADCE-14DD97D7B7AD}" srcOrd="0" destOrd="0" presId="urn:microsoft.com/office/officeart/2005/8/layout/vList5"/>
    <dgm:cxn modelId="{505B199F-BA48-4D5D-860D-A90EE074C3C3}" type="presParOf" srcId="{3D69EB10-5017-4CA8-88D3-EC1F38D88172}" destId="{6A387CB2-6B32-4C77-9019-0107308524A6}" srcOrd="1" destOrd="0" presId="urn:microsoft.com/office/officeart/2005/8/layout/vList5"/>
    <dgm:cxn modelId="{D82AC999-47C9-4EFD-95D4-00A5077CFEAA}" type="presParOf" srcId="{8D586382-CA2E-49A4-A2FD-7076FC495AA9}" destId="{6BA87750-910E-4C7E-B6E8-4A6A9CF2045A}" srcOrd="1" destOrd="0" presId="urn:microsoft.com/office/officeart/2005/8/layout/vList5"/>
    <dgm:cxn modelId="{AEB181F1-A90F-47D5-90D2-08448DB40469}" type="presParOf" srcId="{8D586382-CA2E-49A4-A2FD-7076FC495AA9}" destId="{69B95FE2-2738-4EFE-9BD7-71A940224F64}" srcOrd="2" destOrd="0" presId="urn:microsoft.com/office/officeart/2005/8/layout/vList5"/>
    <dgm:cxn modelId="{1C0762B6-9043-4A30-9568-A5196130982D}" type="presParOf" srcId="{69B95FE2-2738-4EFE-9BD7-71A940224F64}" destId="{37D587AC-68B4-4A14-9293-01C41AA6C0EB}" srcOrd="0" destOrd="0" presId="urn:microsoft.com/office/officeart/2005/8/layout/vList5"/>
    <dgm:cxn modelId="{C10B92D9-F4A2-45A4-8ADA-FEE72BA4AE0F}" type="presParOf" srcId="{69B95FE2-2738-4EFE-9BD7-71A940224F64}" destId="{5DC03900-2073-47BB-9CC5-1F022AC333B4}" srcOrd="1" destOrd="0" presId="urn:microsoft.com/office/officeart/2005/8/layout/vList5"/>
    <dgm:cxn modelId="{B05DF510-D4EF-4D09-970F-0FF903424551}" type="presParOf" srcId="{8D586382-CA2E-49A4-A2FD-7076FC495AA9}" destId="{6F0D7CDA-DEC2-4019-9DB1-D9A90323C9BD}" srcOrd="3" destOrd="0" presId="urn:microsoft.com/office/officeart/2005/8/layout/vList5"/>
    <dgm:cxn modelId="{DAD95295-0275-40BE-82B5-7016C53A539F}" type="presParOf" srcId="{8D586382-CA2E-49A4-A2FD-7076FC495AA9}" destId="{7DCF47D6-F37F-4118-8786-9C560C2239AB}" srcOrd="4" destOrd="0" presId="urn:microsoft.com/office/officeart/2005/8/layout/vList5"/>
    <dgm:cxn modelId="{ED53FEE2-2840-4CFB-9F13-5A74062A239F}" type="presParOf" srcId="{7DCF47D6-F37F-4118-8786-9C560C2239AB}" destId="{416F3A45-AF62-4645-A6E8-465938D74534}" srcOrd="0" destOrd="0" presId="urn:microsoft.com/office/officeart/2005/8/layout/vList5"/>
    <dgm:cxn modelId="{A0D219D3-A246-4E14-A84A-D8F6151821D7}" type="presParOf" srcId="{7DCF47D6-F37F-4118-8786-9C560C2239AB}" destId="{CBE4783F-3A4E-4194-A021-0E90372B7597}" srcOrd="1" destOrd="0" presId="urn:microsoft.com/office/officeart/2005/8/layout/vList5"/>
    <dgm:cxn modelId="{5C44BFC9-A96C-4DBE-B211-CBA3EF389357}" type="presParOf" srcId="{8D586382-CA2E-49A4-A2FD-7076FC495AA9}" destId="{42BFAAFA-2592-4DA7-9AE2-22656FA603E6}" srcOrd="5" destOrd="0" presId="urn:microsoft.com/office/officeart/2005/8/layout/vList5"/>
    <dgm:cxn modelId="{29B37CDE-B1EE-4882-8092-995B899C7B15}" type="presParOf" srcId="{8D586382-CA2E-49A4-A2FD-7076FC495AA9}" destId="{AA4031FF-A964-4CE8-82EB-2022B5F05141}" srcOrd="6" destOrd="0" presId="urn:microsoft.com/office/officeart/2005/8/layout/vList5"/>
    <dgm:cxn modelId="{F45A747D-B088-47CE-A7D8-119CD97CD65C}" type="presParOf" srcId="{AA4031FF-A964-4CE8-82EB-2022B5F05141}" destId="{A9F3B02F-539C-41BD-A893-1F5AED1E44A1}" srcOrd="0" destOrd="0" presId="urn:microsoft.com/office/officeart/2005/8/layout/vList5"/>
    <dgm:cxn modelId="{DCBD80B2-8EE5-41DA-A99F-22066F5A5F15}" type="presParOf" srcId="{AA4031FF-A964-4CE8-82EB-2022B5F05141}" destId="{8AACD723-F79C-49FC-BDEC-8E133A2DC21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FB4D50D9-4E9D-48DD-ABD7-A56E45E0C42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ES"/>
        </a:p>
      </dgm:t>
    </dgm:pt>
    <dgm:pt modelId="{3E423FE2-945F-46DC-91D5-9535A337C523}">
      <dgm:prSet phldrT="[Texto]" custT="1"/>
      <dgm:spPr/>
      <dgm:t>
        <a:bodyPr/>
        <a:lstStyle/>
        <a:p>
          <a:r>
            <a:rPr lang="es-ES_tradnl" sz="2000" b="1" i="1" dirty="0">
              <a:effectLst>
                <a:outerShdw blurRad="38100" dist="38100" dir="2700000" algn="tl">
                  <a:srgbClr val="000000">
                    <a:alpha val="43137"/>
                  </a:srgbClr>
                </a:outerShdw>
              </a:effectLst>
            </a:rPr>
            <a:t>Pasivo no corriente</a:t>
          </a:r>
          <a:endParaRPr lang="es-ES" sz="2000" b="1" i="1" dirty="0">
            <a:effectLst>
              <a:outerShdw blurRad="38100" dist="38100" dir="2700000" algn="tl">
                <a:srgbClr val="000000">
                  <a:alpha val="43137"/>
                </a:srgbClr>
              </a:outerShdw>
            </a:effectLst>
          </a:endParaRPr>
        </a:p>
      </dgm:t>
    </dgm:pt>
    <dgm:pt modelId="{818A68EC-2199-4487-A354-E154A222F9C6}" type="parTrans" cxnId="{31FEBA46-17AE-4392-92A5-E82B9BF1EFD6}">
      <dgm:prSet/>
      <dgm:spPr/>
      <dgm:t>
        <a:bodyPr/>
        <a:lstStyle/>
        <a:p>
          <a:endParaRPr lang="es-ES" sz="1800"/>
        </a:p>
      </dgm:t>
    </dgm:pt>
    <dgm:pt modelId="{3613C62B-0C86-4215-9866-B7C78213237E}" type="sibTrans" cxnId="{31FEBA46-17AE-4392-92A5-E82B9BF1EFD6}">
      <dgm:prSet/>
      <dgm:spPr/>
      <dgm:t>
        <a:bodyPr/>
        <a:lstStyle/>
        <a:p>
          <a:endParaRPr lang="es-ES" sz="1800"/>
        </a:p>
      </dgm:t>
    </dgm:pt>
    <dgm:pt modelId="{2DC8AF70-3D89-4396-BDCD-F8744E6D8E35}">
      <dgm:prSet phldrT="[Texto]" custT="1"/>
      <dgm:spPr/>
      <dgm:t>
        <a:bodyPr/>
        <a:lstStyle/>
        <a:p>
          <a:r>
            <a:rPr lang="es-ES_tradnl" sz="1800" dirty="0"/>
            <a:t>Préstamos a largo plazo</a:t>
          </a:r>
          <a:endParaRPr lang="es-ES" sz="1800" dirty="0"/>
        </a:p>
      </dgm:t>
    </dgm:pt>
    <dgm:pt modelId="{58703499-56FD-4121-BC45-314CBE1AEAA4}" type="parTrans" cxnId="{272CD81A-C712-401A-AA5D-B8A68B4A1A1C}">
      <dgm:prSet/>
      <dgm:spPr/>
      <dgm:t>
        <a:bodyPr/>
        <a:lstStyle/>
        <a:p>
          <a:endParaRPr lang="es-ES" sz="1800"/>
        </a:p>
      </dgm:t>
    </dgm:pt>
    <dgm:pt modelId="{B97128C8-7A0F-4AEA-816E-953D0C5FA98F}" type="sibTrans" cxnId="{272CD81A-C712-401A-AA5D-B8A68B4A1A1C}">
      <dgm:prSet/>
      <dgm:spPr/>
      <dgm:t>
        <a:bodyPr/>
        <a:lstStyle/>
        <a:p>
          <a:endParaRPr lang="es-ES" sz="1800"/>
        </a:p>
      </dgm:t>
    </dgm:pt>
    <dgm:pt modelId="{521C609F-BFF9-4BAB-9A8B-B01845A5ECB1}">
      <dgm:prSet phldrT="[Texto]" custT="1"/>
      <dgm:spPr/>
      <dgm:t>
        <a:bodyPr/>
        <a:lstStyle/>
        <a:p>
          <a:r>
            <a:rPr lang="es-ES_tradnl" sz="2000" b="1" i="1" dirty="0">
              <a:effectLst>
                <a:outerShdw blurRad="38100" dist="38100" dir="2700000" algn="tl">
                  <a:srgbClr val="000000">
                    <a:alpha val="43137"/>
                  </a:srgbClr>
                </a:outerShdw>
              </a:effectLst>
            </a:rPr>
            <a:t>Pasivo corriente</a:t>
          </a:r>
          <a:endParaRPr lang="es-ES" sz="2000" b="1" i="1" dirty="0">
            <a:effectLst>
              <a:outerShdw blurRad="38100" dist="38100" dir="2700000" algn="tl">
                <a:srgbClr val="000000">
                  <a:alpha val="43137"/>
                </a:srgbClr>
              </a:outerShdw>
            </a:effectLst>
          </a:endParaRPr>
        </a:p>
      </dgm:t>
    </dgm:pt>
    <dgm:pt modelId="{877632FB-29C4-4F60-9D66-64796905E8A6}" type="parTrans" cxnId="{4012FD24-9379-4C5D-8A27-2DD64B57B115}">
      <dgm:prSet/>
      <dgm:spPr/>
      <dgm:t>
        <a:bodyPr/>
        <a:lstStyle/>
        <a:p>
          <a:endParaRPr lang="es-ES" sz="1800"/>
        </a:p>
      </dgm:t>
    </dgm:pt>
    <dgm:pt modelId="{6250DF59-14BF-4AB9-AE2B-920DD1B26508}" type="sibTrans" cxnId="{4012FD24-9379-4C5D-8A27-2DD64B57B115}">
      <dgm:prSet/>
      <dgm:spPr/>
      <dgm:t>
        <a:bodyPr/>
        <a:lstStyle/>
        <a:p>
          <a:endParaRPr lang="es-ES" sz="1800"/>
        </a:p>
      </dgm:t>
    </dgm:pt>
    <dgm:pt modelId="{D0FE8E64-E639-4597-833C-48344A9FBF13}">
      <dgm:prSet phldrT="[Texto]" custT="1"/>
      <dgm:spPr/>
      <dgm:t>
        <a:bodyPr/>
        <a:lstStyle/>
        <a:p>
          <a:r>
            <a:rPr lang="es-ES_tradnl" sz="1800" dirty="0"/>
            <a:t>Préstamos y créditos bancarios a corto plazo</a:t>
          </a:r>
          <a:endParaRPr lang="es-ES" sz="1800" dirty="0"/>
        </a:p>
      </dgm:t>
    </dgm:pt>
    <dgm:pt modelId="{4B3275A0-B53D-412D-A0F1-A1F43D71B370}" type="parTrans" cxnId="{9A53D66C-EF83-47C1-943B-E0C509189EFF}">
      <dgm:prSet/>
      <dgm:spPr/>
      <dgm:t>
        <a:bodyPr/>
        <a:lstStyle/>
        <a:p>
          <a:endParaRPr lang="es-ES" sz="1800"/>
        </a:p>
      </dgm:t>
    </dgm:pt>
    <dgm:pt modelId="{34E85088-9883-43B6-966A-E2957282F214}" type="sibTrans" cxnId="{9A53D66C-EF83-47C1-943B-E0C509189EFF}">
      <dgm:prSet/>
      <dgm:spPr/>
      <dgm:t>
        <a:bodyPr/>
        <a:lstStyle/>
        <a:p>
          <a:endParaRPr lang="es-ES" sz="1800"/>
        </a:p>
      </dgm:t>
    </dgm:pt>
    <dgm:pt modelId="{7AE4D3D0-412C-4ED7-ADD3-D55E49CD5FEB}">
      <dgm:prSet phldrT="[Texto]" custT="1"/>
      <dgm:spPr/>
      <dgm:t>
        <a:bodyPr/>
        <a:lstStyle/>
        <a:p>
          <a:r>
            <a:rPr lang="es-ES_tradnl" sz="1800" dirty="0"/>
            <a:t>Proveedores</a:t>
          </a:r>
          <a:endParaRPr lang="es-ES" sz="1800" dirty="0"/>
        </a:p>
      </dgm:t>
    </dgm:pt>
    <dgm:pt modelId="{0E859660-F28D-4162-9917-D582EB43A51F}" type="parTrans" cxnId="{D14C208C-7019-47EB-B87A-793A32057D38}">
      <dgm:prSet/>
      <dgm:spPr/>
      <dgm:t>
        <a:bodyPr/>
        <a:lstStyle/>
        <a:p>
          <a:endParaRPr lang="es-ES"/>
        </a:p>
      </dgm:t>
    </dgm:pt>
    <dgm:pt modelId="{FD323FC1-F157-4FE7-B5CA-4DFDBFE4888D}" type="sibTrans" cxnId="{D14C208C-7019-47EB-B87A-793A32057D38}">
      <dgm:prSet/>
      <dgm:spPr/>
      <dgm:t>
        <a:bodyPr/>
        <a:lstStyle/>
        <a:p>
          <a:endParaRPr lang="es-ES"/>
        </a:p>
      </dgm:t>
    </dgm:pt>
    <dgm:pt modelId="{F7D17C7E-65F7-4F05-92C4-7C188319D68A}">
      <dgm:prSet phldrT="[Texto]" custT="1"/>
      <dgm:spPr/>
      <dgm:t>
        <a:bodyPr/>
        <a:lstStyle/>
        <a:p>
          <a:r>
            <a:rPr lang="es-ES_tradnl" sz="1800" dirty="0"/>
            <a:t>Acreedores</a:t>
          </a:r>
          <a:endParaRPr lang="es-ES" sz="1800" dirty="0"/>
        </a:p>
      </dgm:t>
    </dgm:pt>
    <dgm:pt modelId="{0C41A04A-4EEC-45A7-AD57-2F5AFB4464EB}" type="parTrans" cxnId="{71EBA0E5-E9B2-472A-82D9-19189EDA19E4}">
      <dgm:prSet/>
      <dgm:spPr/>
      <dgm:t>
        <a:bodyPr/>
        <a:lstStyle/>
        <a:p>
          <a:endParaRPr lang="es-ES"/>
        </a:p>
      </dgm:t>
    </dgm:pt>
    <dgm:pt modelId="{36C3B391-E4CD-4767-98F0-C494C6C97EB3}" type="sibTrans" cxnId="{71EBA0E5-E9B2-472A-82D9-19189EDA19E4}">
      <dgm:prSet/>
      <dgm:spPr/>
      <dgm:t>
        <a:bodyPr/>
        <a:lstStyle/>
        <a:p>
          <a:endParaRPr lang="es-ES"/>
        </a:p>
      </dgm:t>
    </dgm:pt>
    <dgm:pt modelId="{3312229E-5527-4491-B2D9-52BB1D02B661}">
      <dgm:prSet phldrT="[Texto]" custT="1"/>
      <dgm:spPr/>
      <dgm:t>
        <a:bodyPr/>
        <a:lstStyle/>
        <a:p>
          <a:r>
            <a:rPr lang="es-ES_tradnl" sz="1800" dirty="0"/>
            <a:t>Deudas con Hacienda: IVA repercutido y retenciones de IRPF</a:t>
          </a:r>
          <a:endParaRPr lang="es-ES" sz="1800" dirty="0"/>
        </a:p>
      </dgm:t>
    </dgm:pt>
    <dgm:pt modelId="{6C884A6B-5488-4609-8AF7-0926D5FB3C72}" type="parTrans" cxnId="{2C917664-64E3-4C54-B72E-4671DDF5DF37}">
      <dgm:prSet/>
      <dgm:spPr/>
      <dgm:t>
        <a:bodyPr/>
        <a:lstStyle/>
        <a:p>
          <a:endParaRPr lang="es-ES"/>
        </a:p>
      </dgm:t>
    </dgm:pt>
    <dgm:pt modelId="{82828E77-5BA5-4A7F-8710-4DBE14CD4F58}" type="sibTrans" cxnId="{2C917664-64E3-4C54-B72E-4671DDF5DF37}">
      <dgm:prSet/>
      <dgm:spPr/>
      <dgm:t>
        <a:bodyPr/>
        <a:lstStyle/>
        <a:p>
          <a:endParaRPr lang="es-ES"/>
        </a:p>
      </dgm:t>
    </dgm:pt>
    <dgm:pt modelId="{FBED1E4F-58DA-4BFF-9452-D0524BEE35D9}">
      <dgm:prSet phldrT="[Texto]" custT="1"/>
      <dgm:spPr/>
      <dgm:t>
        <a:bodyPr/>
        <a:lstStyle/>
        <a:p>
          <a:r>
            <a:rPr lang="es-ES_tradnl" sz="1800" dirty="0"/>
            <a:t>Deudas con la Seguridad Social</a:t>
          </a:r>
          <a:endParaRPr lang="es-ES" sz="1800" dirty="0"/>
        </a:p>
      </dgm:t>
    </dgm:pt>
    <dgm:pt modelId="{8F3EE631-CF1C-45DC-BFE8-AD86C5830C6D}" type="parTrans" cxnId="{FA100A95-39ED-48E5-8BF5-584AC2B2074B}">
      <dgm:prSet/>
      <dgm:spPr/>
      <dgm:t>
        <a:bodyPr/>
        <a:lstStyle/>
        <a:p>
          <a:endParaRPr lang="es-ES"/>
        </a:p>
      </dgm:t>
    </dgm:pt>
    <dgm:pt modelId="{994561FD-64E6-4BF6-876E-597A2112F6CB}" type="sibTrans" cxnId="{FA100A95-39ED-48E5-8BF5-584AC2B2074B}">
      <dgm:prSet/>
      <dgm:spPr/>
      <dgm:t>
        <a:bodyPr/>
        <a:lstStyle/>
        <a:p>
          <a:endParaRPr lang="es-ES"/>
        </a:p>
      </dgm:t>
    </dgm:pt>
    <dgm:pt modelId="{8D586382-CA2E-49A4-A2FD-7076FC495AA9}" type="pres">
      <dgm:prSet presAssocID="{FB4D50D9-4E9D-48DD-ABD7-A56E45E0C429}" presName="Name0" presStyleCnt="0">
        <dgm:presLayoutVars>
          <dgm:dir/>
          <dgm:animLvl val="lvl"/>
          <dgm:resizeHandles val="exact"/>
        </dgm:presLayoutVars>
      </dgm:prSet>
      <dgm:spPr/>
    </dgm:pt>
    <dgm:pt modelId="{3D69EB10-5017-4CA8-88D3-EC1F38D88172}" type="pres">
      <dgm:prSet presAssocID="{3E423FE2-945F-46DC-91D5-9535A337C523}" presName="linNode" presStyleCnt="0"/>
      <dgm:spPr/>
    </dgm:pt>
    <dgm:pt modelId="{6F3CBE12-8328-4E7D-ADCE-14DD97D7B7AD}" type="pres">
      <dgm:prSet presAssocID="{3E423FE2-945F-46DC-91D5-9535A337C523}" presName="parentText" presStyleLbl="node1" presStyleIdx="0" presStyleCnt="2" custScaleY="20169">
        <dgm:presLayoutVars>
          <dgm:chMax val="1"/>
          <dgm:bulletEnabled val="1"/>
        </dgm:presLayoutVars>
      </dgm:prSet>
      <dgm:spPr/>
    </dgm:pt>
    <dgm:pt modelId="{6A387CB2-6B32-4C77-9019-0107308524A6}" type="pres">
      <dgm:prSet presAssocID="{3E423FE2-945F-46DC-91D5-9535A337C523}" presName="descendantText" presStyleLbl="alignAccFollowNode1" presStyleIdx="0" presStyleCnt="2" custScaleY="13985">
        <dgm:presLayoutVars>
          <dgm:bulletEnabled val="1"/>
        </dgm:presLayoutVars>
      </dgm:prSet>
      <dgm:spPr/>
    </dgm:pt>
    <dgm:pt modelId="{6BA87750-910E-4C7E-B6E8-4A6A9CF2045A}" type="pres">
      <dgm:prSet presAssocID="{3613C62B-0C86-4215-9866-B7C78213237E}" presName="sp" presStyleCnt="0"/>
      <dgm:spPr/>
    </dgm:pt>
    <dgm:pt modelId="{69B95FE2-2738-4EFE-9BD7-71A940224F64}" type="pres">
      <dgm:prSet presAssocID="{521C609F-BFF9-4BAB-9A8B-B01845A5ECB1}" presName="linNode" presStyleCnt="0"/>
      <dgm:spPr/>
    </dgm:pt>
    <dgm:pt modelId="{37D587AC-68B4-4A14-9293-01C41AA6C0EB}" type="pres">
      <dgm:prSet presAssocID="{521C609F-BFF9-4BAB-9A8B-B01845A5ECB1}" presName="parentText" presStyleLbl="node1" presStyleIdx="1" presStyleCnt="2" custScaleY="52348">
        <dgm:presLayoutVars>
          <dgm:chMax val="1"/>
          <dgm:bulletEnabled val="1"/>
        </dgm:presLayoutVars>
      </dgm:prSet>
      <dgm:spPr/>
    </dgm:pt>
    <dgm:pt modelId="{5DC03900-2073-47BB-9CC5-1F022AC333B4}" type="pres">
      <dgm:prSet presAssocID="{521C609F-BFF9-4BAB-9A8B-B01845A5ECB1}" presName="descendantText" presStyleLbl="alignAccFollowNode1" presStyleIdx="1" presStyleCnt="2" custScaleY="76279">
        <dgm:presLayoutVars>
          <dgm:bulletEnabled val="1"/>
        </dgm:presLayoutVars>
      </dgm:prSet>
      <dgm:spPr/>
    </dgm:pt>
  </dgm:ptLst>
  <dgm:cxnLst>
    <dgm:cxn modelId="{18369608-D01D-4476-A14D-BC85BCFA6772}" type="presOf" srcId="{2DC8AF70-3D89-4396-BDCD-F8744E6D8E35}" destId="{6A387CB2-6B32-4C77-9019-0107308524A6}" srcOrd="0" destOrd="0" presId="urn:microsoft.com/office/officeart/2005/8/layout/vList5"/>
    <dgm:cxn modelId="{7373090C-EA7E-4C60-A8B7-8D86D44DBF2E}" type="presOf" srcId="{7AE4D3D0-412C-4ED7-ADD3-D55E49CD5FEB}" destId="{5DC03900-2073-47BB-9CC5-1F022AC333B4}" srcOrd="0" destOrd="1" presId="urn:microsoft.com/office/officeart/2005/8/layout/vList5"/>
    <dgm:cxn modelId="{272CD81A-C712-401A-AA5D-B8A68B4A1A1C}" srcId="{3E423FE2-945F-46DC-91D5-9535A337C523}" destId="{2DC8AF70-3D89-4396-BDCD-F8744E6D8E35}" srcOrd="0" destOrd="0" parTransId="{58703499-56FD-4121-BC45-314CBE1AEAA4}" sibTransId="{B97128C8-7A0F-4AEA-816E-953D0C5FA98F}"/>
    <dgm:cxn modelId="{4012FD24-9379-4C5D-8A27-2DD64B57B115}" srcId="{FB4D50D9-4E9D-48DD-ABD7-A56E45E0C429}" destId="{521C609F-BFF9-4BAB-9A8B-B01845A5ECB1}" srcOrd="1" destOrd="0" parTransId="{877632FB-29C4-4F60-9D66-64796905E8A6}" sibTransId="{6250DF59-14BF-4AB9-AE2B-920DD1B26508}"/>
    <dgm:cxn modelId="{0CEC5C61-FA7D-4AA7-9FE2-B38E33A5E9E3}" type="presOf" srcId="{F7D17C7E-65F7-4F05-92C4-7C188319D68A}" destId="{5DC03900-2073-47BB-9CC5-1F022AC333B4}" srcOrd="0" destOrd="2" presId="urn:microsoft.com/office/officeart/2005/8/layout/vList5"/>
    <dgm:cxn modelId="{2C917664-64E3-4C54-B72E-4671DDF5DF37}" srcId="{521C609F-BFF9-4BAB-9A8B-B01845A5ECB1}" destId="{3312229E-5527-4491-B2D9-52BB1D02B661}" srcOrd="3" destOrd="0" parTransId="{6C884A6B-5488-4609-8AF7-0926D5FB3C72}" sibTransId="{82828E77-5BA5-4A7F-8710-4DBE14CD4F58}"/>
    <dgm:cxn modelId="{31FEBA46-17AE-4392-92A5-E82B9BF1EFD6}" srcId="{FB4D50D9-4E9D-48DD-ABD7-A56E45E0C429}" destId="{3E423FE2-945F-46DC-91D5-9535A337C523}" srcOrd="0" destOrd="0" parTransId="{818A68EC-2199-4487-A354-E154A222F9C6}" sibTransId="{3613C62B-0C86-4215-9866-B7C78213237E}"/>
    <dgm:cxn modelId="{80638F48-60C9-4B07-A486-4C73A88E88D9}" type="presOf" srcId="{3E423FE2-945F-46DC-91D5-9535A337C523}" destId="{6F3CBE12-8328-4E7D-ADCE-14DD97D7B7AD}" srcOrd="0" destOrd="0" presId="urn:microsoft.com/office/officeart/2005/8/layout/vList5"/>
    <dgm:cxn modelId="{A6CF3C49-11BD-4589-BF9F-927B7B988584}" type="presOf" srcId="{FBED1E4F-58DA-4BFF-9452-D0524BEE35D9}" destId="{5DC03900-2073-47BB-9CC5-1F022AC333B4}" srcOrd="0" destOrd="4" presId="urn:microsoft.com/office/officeart/2005/8/layout/vList5"/>
    <dgm:cxn modelId="{9A53D66C-EF83-47C1-943B-E0C509189EFF}" srcId="{521C609F-BFF9-4BAB-9A8B-B01845A5ECB1}" destId="{D0FE8E64-E639-4597-833C-48344A9FBF13}" srcOrd="0" destOrd="0" parTransId="{4B3275A0-B53D-412D-A0F1-A1F43D71B370}" sibTransId="{34E85088-9883-43B6-966A-E2957282F214}"/>
    <dgm:cxn modelId="{AF12B14D-D01F-4ABD-9A2F-68C3E3F5BCDC}" type="presOf" srcId="{FB4D50D9-4E9D-48DD-ABD7-A56E45E0C429}" destId="{8D586382-CA2E-49A4-A2FD-7076FC495AA9}" srcOrd="0" destOrd="0" presId="urn:microsoft.com/office/officeart/2005/8/layout/vList5"/>
    <dgm:cxn modelId="{D14C208C-7019-47EB-B87A-793A32057D38}" srcId="{521C609F-BFF9-4BAB-9A8B-B01845A5ECB1}" destId="{7AE4D3D0-412C-4ED7-ADD3-D55E49CD5FEB}" srcOrd="1" destOrd="0" parTransId="{0E859660-F28D-4162-9917-D582EB43A51F}" sibTransId="{FD323FC1-F157-4FE7-B5CA-4DFDBFE4888D}"/>
    <dgm:cxn modelId="{FA100A95-39ED-48E5-8BF5-584AC2B2074B}" srcId="{521C609F-BFF9-4BAB-9A8B-B01845A5ECB1}" destId="{FBED1E4F-58DA-4BFF-9452-D0524BEE35D9}" srcOrd="4" destOrd="0" parTransId="{8F3EE631-CF1C-45DC-BFE8-AD86C5830C6D}" sibTransId="{994561FD-64E6-4BF6-876E-597A2112F6CB}"/>
    <dgm:cxn modelId="{ABB95BB2-BAEC-49C1-A559-D988A7F34305}" type="presOf" srcId="{3312229E-5527-4491-B2D9-52BB1D02B661}" destId="{5DC03900-2073-47BB-9CC5-1F022AC333B4}" srcOrd="0" destOrd="3" presId="urn:microsoft.com/office/officeart/2005/8/layout/vList5"/>
    <dgm:cxn modelId="{28DDF2C8-CFD0-4E51-ACE1-7D98FFD532EC}" type="presOf" srcId="{521C609F-BFF9-4BAB-9A8B-B01845A5ECB1}" destId="{37D587AC-68B4-4A14-9293-01C41AA6C0EB}" srcOrd="0" destOrd="0" presId="urn:microsoft.com/office/officeart/2005/8/layout/vList5"/>
    <dgm:cxn modelId="{71EBA0E5-E9B2-472A-82D9-19189EDA19E4}" srcId="{521C609F-BFF9-4BAB-9A8B-B01845A5ECB1}" destId="{F7D17C7E-65F7-4F05-92C4-7C188319D68A}" srcOrd="2" destOrd="0" parTransId="{0C41A04A-4EEC-45A7-AD57-2F5AFB4464EB}" sibTransId="{36C3B391-E4CD-4767-98F0-C494C6C97EB3}"/>
    <dgm:cxn modelId="{A4B119F3-FB65-4CDA-BF16-A5943226D9DC}" type="presOf" srcId="{D0FE8E64-E639-4597-833C-48344A9FBF13}" destId="{5DC03900-2073-47BB-9CC5-1F022AC333B4}" srcOrd="0" destOrd="0" presId="urn:microsoft.com/office/officeart/2005/8/layout/vList5"/>
    <dgm:cxn modelId="{05666ED3-0E44-4160-84B1-12A3FCADBB38}" type="presParOf" srcId="{8D586382-CA2E-49A4-A2FD-7076FC495AA9}" destId="{3D69EB10-5017-4CA8-88D3-EC1F38D88172}" srcOrd="0" destOrd="0" presId="urn:microsoft.com/office/officeart/2005/8/layout/vList5"/>
    <dgm:cxn modelId="{F8E269CA-1927-4006-AA47-578A1540FD68}" type="presParOf" srcId="{3D69EB10-5017-4CA8-88D3-EC1F38D88172}" destId="{6F3CBE12-8328-4E7D-ADCE-14DD97D7B7AD}" srcOrd="0" destOrd="0" presId="urn:microsoft.com/office/officeart/2005/8/layout/vList5"/>
    <dgm:cxn modelId="{0A281E63-1597-4011-AFEB-AF874CD45673}" type="presParOf" srcId="{3D69EB10-5017-4CA8-88D3-EC1F38D88172}" destId="{6A387CB2-6B32-4C77-9019-0107308524A6}" srcOrd="1" destOrd="0" presId="urn:microsoft.com/office/officeart/2005/8/layout/vList5"/>
    <dgm:cxn modelId="{44A24DED-C710-450E-B1E0-E923313D9ACD}" type="presParOf" srcId="{8D586382-CA2E-49A4-A2FD-7076FC495AA9}" destId="{6BA87750-910E-4C7E-B6E8-4A6A9CF2045A}" srcOrd="1" destOrd="0" presId="urn:microsoft.com/office/officeart/2005/8/layout/vList5"/>
    <dgm:cxn modelId="{A3B95F2C-99A3-49B5-B157-1C7095AD8523}" type="presParOf" srcId="{8D586382-CA2E-49A4-A2FD-7076FC495AA9}" destId="{69B95FE2-2738-4EFE-9BD7-71A940224F64}" srcOrd="2" destOrd="0" presId="urn:microsoft.com/office/officeart/2005/8/layout/vList5"/>
    <dgm:cxn modelId="{7AC56DAE-970E-4342-8C08-B28B5431F3FF}" type="presParOf" srcId="{69B95FE2-2738-4EFE-9BD7-71A940224F64}" destId="{37D587AC-68B4-4A14-9293-01C41AA6C0EB}" srcOrd="0" destOrd="0" presId="urn:microsoft.com/office/officeart/2005/8/layout/vList5"/>
    <dgm:cxn modelId="{9D2CA6D1-775D-477E-B883-D184F81ACDB8}" type="presParOf" srcId="{69B95FE2-2738-4EFE-9BD7-71A940224F64}" destId="{5DC03900-2073-47BB-9CC5-1F022AC333B4}"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FB4D50D9-4E9D-48DD-ABD7-A56E45E0C42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ES"/>
        </a:p>
      </dgm:t>
    </dgm:pt>
    <dgm:pt modelId="{3E423FE2-945F-46DC-91D5-9535A337C523}">
      <dgm:prSet phldrT="[Texto]" custT="1"/>
      <dgm:spPr/>
      <dgm:t>
        <a:bodyPr/>
        <a:lstStyle/>
        <a:p>
          <a:r>
            <a:rPr lang="es-ES_tradnl" sz="2000" b="1" i="1" dirty="0">
              <a:effectLst>
                <a:outerShdw blurRad="38100" dist="38100" dir="2700000" algn="tl">
                  <a:srgbClr val="000000">
                    <a:alpha val="43137"/>
                  </a:srgbClr>
                </a:outerShdw>
              </a:effectLst>
            </a:rPr>
            <a:t>Patrimonio neto</a:t>
          </a:r>
          <a:endParaRPr lang="es-ES" sz="2000" b="1" i="1" dirty="0">
            <a:effectLst>
              <a:outerShdw blurRad="38100" dist="38100" dir="2700000" algn="tl">
                <a:srgbClr val="000000">
                  <a:alpha val="43137"/>
                </a:srgbClr>
              </a:outerShdw>
            </a:effectLst>
          </a:endParaRPr>
        </a:p>
      </dgm:t>
    </dgm:pt>
    <dgm:pt modelId="{818A68EC-2199-4487-A354-E154A222F9C6}" type="parTrans" cxnId="{31FEBA46-17AE-4392-92A5-E82B9BF1EFD6}">
      <dgm:prSet/>
      <dgm:spPr/>
      <dgm:t>
        <a:bodyPr/>
        <a:lstStyle/>
        <a:p>
          <a:endParaRPr lang="es-ES" sz="1800"/>
        </a:p>
      </dgm:t>
    </dgm:pt>
    <dgm:pt modelId="{3613C62B-0C86-4215-9866-B7C78213237E}" type="sibTrans" cxnId="{31FEBA46-17AE-4392-92A5-E82B9BF1EFD6}">
      <dgm:prSet/>
      <dgm:spPr/>
      <dgm:t>
        <a:bodyPr/>
        <a:lstStyle/>
        <a:p>
          <a:endParaRPr lang="es-ES" sz="1800"/>
        </a:p>
      </dgm:t>
    </dgm:pt>
    <dgm:pt modelId="{2DC8AF70-3D89-4396-BDCD-F8744E6D8E35}">
      <dgm:prSet phldrT="[Texto]" custT="1"/>
      <dgm:spPr/>
      <dgm:t>
        <a:bodyPr/>
        <a:lstStyle/>
        <a:p>
          <a:r>
            <a:rPr lang="es-ES_tradnl" sz="1800" dirty="0"/>
            <a:t>Capital</a:t>
          </a:r>
          <a:endParaRPr lang="es-ES" sz="1800" dirty="0"/>
        </a:p>
      </dgm:t>
    </dgm:pt>
    <dgm:pt modelId="{58703499-56FD-4121-BC45-314CBE1AEAA4}" type="parTrans" cxnId="{272CD81A-C712-401A-AA5D-B8A68B4A1A1C}">
      <dgm:prSet/>
      <dgm:spPr/>
      <dgm:t>
        <a:bodyPr/>
        <a:lstStyle/>
        <a:p>
          <a:endParaRPr lang="es-ES" sz="1800"/>
        </a:p>
      </dgm:t>
    </dgm:pt>
    <dgm:pt modelId="{B97128C8-7A0F-4AEA-816E-953D0C5FA98F}" type="sibTrans" cxnId="{272CD81A-C712-401A-AA5D-B8A68B4A1A1C}">
      <dgm:prSet/>
      <dgm:spPr/>
      <dgm:t>
        <a:bodyPr/>
        <a:lstStyle/>
        <a:p>
          <a:endParaRPr lang="es-ES" sz="1800"/>
        </a:p>
      </dgm:t>
    </dgm:pt>
    <dgm:pt modelId="{E3CB7228-CACC-4FB5-8C38-8F76028D0268}">
      <dgm:prSet phldrT="[Texto]" custT="1"/>
      <dgm:spPr/>
      <dgm:t>
        <a:bodyPr/>
        <a:lstStyle/>
        <a:p>
          <a:r>
            <a:rPr lang="es-ES_tradnl" sz="1800" dirty="0"/>
            <a:t>Reservas</a:t>
          </a:r>
          <a:endParaRPr lang="es-ES" sz="1800" dirty="0"/>
        </a:p>
      </dgm:t>
    </dgm:pt>
    <dgm:pt modelId="{2B6E4525-E036-4D13-A1AC-ABB0317B3618}" type="parTrans" cxnId="{CE39191F-9E1D-4380-A30F-B0BE4C0AFA76}">
      <dgm:prSet/>
      <dgm:spPr/>
      <dgm:t>
        <a:bodyPr/>
        <a:lstStyle/>
        <a:p>
          <a:endParaRPr lang="es-ES"/>
        </a:p>
      </dgm:t>
    </dgm:pt>
    <dgm:pt modelId="{54429EB5-FB1A-4EEC-AC15-77D7084090DC}" type="sibTrans" cxnId="{CE39191F-9E1D-4380-A30F-B0BE4C0AFA76}">
      <dgm:prSet/>
      <dgm:spPr/>
      <dgm:t>
        <a:bodyPr/>
        <a:lstStyle/>
        <a:p>
          <a:endParaRPr lang="es-ES"/>
        </a:p>
      </dgm:t>
    </dgm:pt>
    <dgm:pt modelId="{CF579ED3-B503-40C0-BA03-CD557D654711}">
      <dgm:prSet phldrT="[Texto]" custT="1"/>
      <dgm:spPr/>
      <dgm:t>
        <a:bodyPr/>
        <a:lstStyle/>
        <a:p>
          <a:r>
            <a:rPr lang="es-ES_tradnl" sz="1800" dirty="0"/>
            <a:t>Resultados del ejercicio</a:t>
          </a:r>
          <a:endParaRPr lang="es-ES" sz="1800" dirty="0"/>
        </a:p>
      </dgm:t>
    </dgm:pt>
    <dgm:pt modelId="{A2725CA6-79B6-49AC-B946-557139F74911}" type="parTrans" cxnId="{00CBC634-C02F-4057-94DE-FC5939A9B8FB}">
      <dgm:prSet/>
      <dgm:spPr/>
      <dgm:t>
        <a:bodyPr/>
        <a:lstStyle/>
        <a:p>
          <a:endParaRPr lang="es-ES"/>
        </a:p>
      </dgm:t>
    </dgm:pt>
    <dgm:pt modelId="{D80C7906-2020-4E80-A846-AEA72A206BAF}" type="sibTrans" cxnId="{00CBC634-C02F-4057-94DE-FC5939A9B8FB}">
      <dgm:prSet/>
      <dgm:spPr/>
      <dgm:t>
        <a:bodyPr/>
        <a:lstStyle/>
        <a:p>
          <a:endParaRPr lang="es-ES"/>
        </a:p>
      </dgm:t>
    </dgm:pt>
    <dgm:pt modelId="{8D586382-CA2E-49A4-A2FD-7076FC495AA9}" type="pres">
      <dgm:prSet presAssocID="{FB4D50D9-4E9D-48DD-ABD7-A56E45E0C429}" presName="Name0" presStyleCnt="0">
        <dgm:presLayoutVars>
          <dgm:dir/>
          <dgm:animLvl val="lvl"/>
          <dgm:resizeHandles val="exact"/>
        </dgm:presLayoutVars>
      </dgm:prSet>
      <dgm:spPr/>
    </dgm:pt>
    <dgm:pt modelId="{3D69EB10-5017-4CA8-88D3-EC1F38D88172}" type="pres">
      <dgm:prSet presAssocID="{3E423FE2-945F-46DC-91D5-9535A337C523}" presName="linNode" presStyleCnt="0"/>
      <dgm:spPr/>
    </dgm:pt>
    <dgm:pt modelId="{6F3CBE12-8328-4E7D-ADCE-14DD97D7B7AD}" type="pres">
      <dgm:prSet presAssocID="{3E423FE2-945F-46DC-91D5-9535A337C523}" presName="parentText" presStyleLbl="node1" presStyleIdx="0" presStyleCnt="1" custScaleY="91394">
        <dgm:presLayoutVars>
          <dgm:chMax val="1"/>
          <dgm:bulletEnabled val="1"/>
        </dgm:presLayoutVars>
      </dgm:prSet>
      <dgm:spPr/>
    </dgm:pt>
    <dgm:pt modelId="{6A387CB2-6B32-4C77-9019-0107308524A6}" type="pres">
      <dgm:prSet presAssocID="{3E423FE2-945F-46DC-91D5-9535A337C523}" presName="descendantText" presStyleLbl="alignAccFollowNode1" presStyleIdx="0" presStyleCnt="1" custScaleY="103261">
        <dgm:presLayoutVars>
          <dgm:bulletEnabled val="1"/>
        </dgm:presLayoutVars>
      </dgm:prSet>
      <dgm:spPr/>
    </dgm:pt>
  </dgm:ptLst>
  <dgm:cxnLst>
    <dgm:cxn modelId="{1FB1F914-098C-4F92-8DF5-65918C93B984}" type="presOf" srcId="{2DC8AF70-3D89-4396-BDCD-F8744E6D8E35}" destId="{6A387CB2-6B32-4C77-9019-0107308524A6}" srcOrd="0" destOrd="0" presId="urn:microsoft.com/office/officeart/2005/8/layout/vList5"/>
    <dgm:cxn modelId="{CE17461A-AD80-45D6-A4EE-7EE1E9BCC0DB}" type="presOf" srcId="{3E423FE2-945F-46DC-91D5-9535A337C523}" destId="{6F3CBE12-8328-4E7D-ADCE-14DD97D7B7AD}" srcOrd="0" destOrd="0" presId="urn:microsoft.com/office/officeart/2005/8/layout/vList5"/>
    <dgm:cxn modelId="{272CD81A-C712-401A-AA5D-B8A68B4A1A1C}" srcId="{3E423FE2-945F-46DC-91D5-9535A337C523}" destId="{2DC8AF70-3D89-4396-BDCD-F8744E6D8E35}" srcOrd="0" destOrd="0" parTransId="{58703499-56FD-4121-BC45-314CBE1AEAA4}" sibTransId="{B97128C8-7A0F-4AEA-816E-953D0C5FA98F}"/>
    <dgm:cxn modelId="{CE39191F-9E1D-4380-A30F-B0BE4C0AFA76}" srcId="{3E423FE2-945F-46DC-91D5-9535A337C523}" destId="{E3CB7228-CACC-4FB5-8C38-8F76028D0268}" srcOrd="1" destOrd="0" parTransId="{2B6E4525-E036-4D13-A1AC-ABB0317B3618}" sibTransId="{54429EB5-FB1A-4EEC-AC15-77D7084090DC}"/>
    <dgm:cxn modelId="{00CBC634-C02F-4057-94DE-FC5939A9B8FB}" srcId="{3E423FE2-945F-46DC-91D5-9535A337C523}" destId="{CF579ED3-B503-40C0-BA03-CD557D654711}" srcOrd="2" destOrd="0" parTransId="{A2725CA6-79B6-49AC-B946-557139F74911}" sibTransId="{D80C7906-2020-4E80-A846-AEA72A206BAF}"/>
    <dgm:cxn modelId="{31FEBA46-17AE-4392-92A5-E82B9BF1EFD6}" srcId="{FB4D50D9-4E9D-48DD-ABD7-A56E45E0C429}" destId="{3E423FE2-945F-46DC-91D5-9535A337C523}" srcOrd="0" destOrd="0" parTransId="{818A68EC-2199-4487-A354-E154A222F9C6}" sibTransId="{3613C62B-0C86-4215-9866-B7C78213237E}"/>
    <dgm:cxn modelId="{4A97F56D-A8E3-47B3-BC66-1F593156D91F}" type="presOf" srcId="{E3CB7228-CACC-4FB5-8C38-8F76028D0268}" destId="{6A387CB2-6B32-4C77-9019-0107308524A6}" srcOrd="0" destOrd="1" presId="urn:microsoft.com/office/officeart/2005/8/layout/vList5"/>
    <dgm:cxn modelId="{25858CBB-CEB4-49FB-8ED1-76021A414147}" type="presOf" srcId="{FB4D50D9-4E9D-48DD-ABD7-A56E45E0C429}" destId="{8D586382-CA2E-49A4-A2FD-7076FC495AA9}" srcOrd="0" destOrd="0" presId="urn:microsoft.com/office/officeart/2005/8/layout/vList5"/>
    <dgm:cxn modelId="{F61E7AE8-4EF1-4DE5-8AC9-C1B0DABAA997}" type="presOf" srcId="{CF579ED3-B503-40C0-BA03-CD557D654711}" destId="{6A387CB2-6B32-4C77-9019-0107308524A6}" srcOrd="0" destOrd="2" presId="urn:microsoft.com/office/officeart/2005/8/layout/vList5"/>
    <dgm:cxn modelId="{B0BE91A1-14E1-464E-94C4-8E2CAC94E925}" type="presParOf" srcId="{8D586382-CA2E-49A4-A2FD-7076FC495AA9}" destId="{3D69EB10-5017-4CA8-88D3-EC1F38D88172}" srcOrd="0" destOrd="0" presId="urn:microsoft.com/office/officeart/2005/8/layout/vList5"/>
    <dgm:cxn modelId="{B39A6889-6128-41F9-A656-12ADC9C68A71}" type="presParOf" srcId="{3D69EB10-5017-4CA8-88D3-EC1F38D88172}" destId="{6F3CBE12-8328-4E7D-ADCE-14DD97D7B7AD}" srcOrd="0" destOrd="0" presId="urn:microsoft.com/office/officeart/2005/8/layout/vList5"/>
    <dgm:cxn modelId="{F96AFE01-11AC-4157-A343-D361ADE6E658}" type="presParOf" srcId="{3D69EB10-5017-4CA8-88D3-EC1F38D88172}" destId="{6A387CB2-6B32-4C77-9019-0107308524A6}"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07CA97-37B0-49AE-A519-32FDD41094AA}">
      <dsp:nvSpPr>
        <dsp:cNvPr id="0" name=""/>
        <dsp:cNvSpPr/>
      </dsp:nvSpPr>
      <dsp:spPr>
        <a:xfrm>
          <a:off x="0" y="321187"/>
          <a:ext cx="2254320" cy="128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None/>
          </a:pPr>
          <a:r>
            <a:rPr lang="es-ES" sz="1600" b="1" kern="1200" dirty="0"/>
            <a:t>Costes fijos</a:t>
          </a:r>
        </a:p>
      </dsp:txBody>
      <dsp:txXfrm>
        <a:off x="0" y="321187"/>
        <a:ext cx="2254320" cy="1287000"/>
      </dsp:txXfrm>
    </dsp:sp>
    <dsp:sp modelId="{FCFC1953-F44B-4850-A53D-6378F0BBC1FB}">
      <dsp:nvSpPr>
        <dsp:cNvPr id="0" name=""/>
        <dsp:cNvSpPr/>
      </dsp:nvSpPr>
      <dsp:spPr>
        <a:xfrm>
          <a:off x="2254320" y="180421"/>
          <a:ext cx="450864" cy="1568531"/>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BF1C9EF-2617-4D6F-9620-F458CF77610E}">
      <dsp:nvSpPr>
        <dsp:cNvPr id="0" name=""/>
        <dsp:cNvSpPr/>
      </dsp:nvSpPr>
      <dsp:spPr>
        <a:xfrm>
          <a:off x="2885530" y="99038"/>
          <a:ext cx="6131751" cy="173129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 sz="1600" kern="1200" dirty="0"/>
            <a:t>Son aquellos que no dependen del nivel de actividad de la empresa, sino que son una cantidad fija independiente de la producción.  (alquiler del local se paga con independencia de los productos que se vendan)</a:t>
          </a:r>
        </a:p>
        <a:p>
          <a:pPr marL="171450" lvl="1" indent="-171450" algn="l" defTabSz="711200">
            <a:lnSpc>
              <a:spcPct val="90000"/>
            </a:lnSpc>
            <a:spcBef>
              <a:spcPct val="0"/>
            </a:spcBef>
            <a:spcAft>
              <a:spcPct val="15000"/>
            </a:spcAft>
            <a:buChar char="•"/>
          </a:pPr>
          <a:r>
            <a:rPr lang="es-ES" sz="1600" kern="1200" dirty="0"/>
            <a:t>No son permanentemente fijos si aumenta mucho la producción</a:t>
          </a:r>
        </a:p>
        <a:p>
          <a:pPr marL="171450" lvl="1" indent="-171450" algn="l" defTabSz="711200">
            <a:lnSpc>
              <a:spcPct val="90000"/>
            </a:lnSpc>
            <a:spcBef>
              <a:spcPct val="0"/>
            </a:spcBef>
            <a:spcAft>
              <a:spcPct val="15000"/>
            </a:spcAft>
            <a:buChar char="•"/>
          </a:pPr>
          <a:r>
            <a:rPr lang="es-ES" sz="1600" kern="1200" dirty="0"/>
            <a:t>Por eso existen los llamados semifijos</a:t>
          </a:r>
        </a:p>
      </dsp:txBody>
      <dsp:txXfrm>
        <a:off x="2885530" y="99038"/>
        <a:ext cx="6131751" cy="1731297"/>
      </dsp:txXfrm>
    </dsp:sp>
    <dsp:sp modelId="{0FB103CD-A801-4940-BFC4-5512A1B554D2}">
      <dsp:nvSpPr>
        <dsp:cNvPr id="0" name=""/>
        <dsp:cNvSpPr/>
      </dsp:nvSpPr>
      <dsp:spPr>
        <a:xfrm>
          <a:off x="0" y="2211356"/>
          <a:ext cx="2254320" cy="128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None/>
          </a:pPr>
          <a:r>
            <a:rPr lang="es-ES" sz="1600" b="1" kern="1200" dirty="0"/>
            <a:t>Costes variables</a:t>
          </a:r>
        </a:p>
      </dsp:txBody>
      <dsp:txXfrm>
        <a:off x="0" y="2211356"/>
        <a:ext cx="2254320" cy="1287000"/>
      </dsp:txXfrm>
    </dsp:sp>
    <dsp:sp modelId="{0A64C100-8A94-4F44-869B-D94E9226285C}">
      <dsp:nvSpPr>
        <dsp:cNvPr id="0" name=""/>
        <dsp:cNvSpPr/>
      </dsp:nvSpPr>
      <dsp:spPr>
        <a:xfrm>
          <a:off x="2254320" y="2211356"/>
          <a:ext cx="450864" cy="1287000"/>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F69679-F63F-4989-8C9F-C0AC378B329B}">
      <dsp:nvSpPr>
        <dsp:cNvPr id="0" name=""/>
        <dsp:cNvSpPr/>
      </dsp:nvSpPr>
      <dsp:spPr>
        <a:xfrm>
          <a:off x="2885530" y="2064336"/>
          <a:ext cx="6131751" cy="158104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 sz="1600" kern="1200" dirty="0"/>
            <a:t>Son aquellos que van en paralelo con el volumen de la actividad, cuanto más se fabrica o se vende más costes variables existen  (compra de materias primas para fabricar productos)</a:t>
          </a:r>
        </a:p>
        <a:p>
          <a:pPr marL="171450" lvl="1" indent="-171450" algn="l" defTabSz="711200">
            <a:lnSpc>
              <a:spcPct val="90000"/>
            </a:lnSpc>
            <a:spcBef>
              <a:spcPct val="0"/>
            </a:spcBef>
            <a:spcAft>
              <a:spcPct val="15000"/>
            </a:spcAft>
            <a:buChar char="•"/>
          </a:pPr>
          <a:r>
            <a:rPr lang="es-ES" sz="1600" kern="1200" dirty="0"/>
            <a:t>Fijos para una empresa pueden ser variables para otra</a:t>
          </a:r>
        </a:p>
      </dsp:txBody>
      <dsp:txXfrm>
        <a:off x="2885530" y="2064336"/>
        <a:ext cx="6131751" cy="15810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3516A-B0CC-4D94-A9B2-1F5230F6839B}">
      <dsp:nvSpPr>
        <dsp:cNvPr id="0" name=""/>
        <dsp:cNvSpPr/>
      </dsp:nvSpPr>
      <dsp:spPr>
        <a:xfrm>
          <a:off x="4498" y="1522443"/>
          <a:ext cx="2389740" cy="10191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 sz="1600" b="1" kern="1200" dirty="0"/>
            <a:t>Costes fijos</a:t>
          </a:r>
        </a:p>
      </dsp:txBody>
      <dsp:txXfrm>
        <a:off x="34347" y="1552292"/>
        <a:ext cx="2330042" cy="959414"/>
      </dsp:txXfrm>
    </dsp:sp>
    <dsp:sp modelId="{EEACC027-EF9A-4D42-B770-8029A94C5B96}">
      <dsp:nvSpPr>
        <dsp:cNvPr id="0" name=""/>
        <dsp:cNvSpPr/>
      </dsp:nvSpPr>
      <dsp:spPr>
        <a:xfrm>
          <a:off x="2633213" y="1735672"/>
          <a:ext cx="506625" cy="5926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s-ES" sz="1600" kern="1200"/>
        </a:p>
      </dsp:txBody>
      <dsp:txXfrm>
        <a:off x="2633213" y="1854203"/>
        <a:ext cx="354638" cy="355593"/>
      </dsp:txXfrm>
    </dsp:sp>
    <dsp:sp modelId="{585CAE74-54E5-4225-A0DD-55D095F80492}">
      <dsp:nvSpPr>
        <dsp:cNvPr id="0" name=""/>
        <dsp:cNvSpPr/>
      </dsp:nvSpPr>
      <dsp:spPr>
        <a:xfrm>
          <a:off x="3350135" y="360034"/>
          <a:ext cx="4796735" cy="334393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s-ES" sz="1600" b="1" kern="1200" dirty="0"/>
            <a:t>- Alquiler, seguros, y gastos de limpieza del local</a:t>
          </a:r>
        </a:p>
        <a:p>
          <a:pPr marL="0" lvl="0" indent="0" algn="l" defTabSz="711200">
            <a:lnSpc>
              <a:spcPct val="90000"/>
            </a:lnSpc>
            <a:spcBef>
              <a:spcPct val="0"/>
            </a:spcBef>
            <a:spcAft>
              <a:spcPct val="35000"/>
            </a:spcAft>
            <a:buNone/>
          </a:pPr>
          <a:r>
            <a:rPr lang="es-ES" sz="1600" b="1" kern="1200" dirty="0"/>
            <a:t>- Gastos de suministros</a:t>
          </a:r>
        </a:p>
        <a:p>
          <a:pPr marL="0" lvl="0" indent="0" algn="l" defTabSz="711200">
            <a:lnSpc>
              <a:spcPct val="90000"/>
            </a:lnSpc>
            <a:spcBef>
              <a:spcPct val="0"/>
            </a:spcBef>
            <a:spcAft>
              <a:spcPct val="35000"/>
            </a:spcAft>
            <a:buNone/>
          </a:pPr>
          <a:r>
            <a:rPr lang="es-ES" sz="1600" b="1" kern="1200" dirty="0"/>
            <a:t>- Nóminas de carácter fijo e independientes del nivel de producción</a:t>
          </a:r>
        </a:p>
        <a:p>
          <a:pPr marL="0" lvl="0" indent="0" algn="l" defTabSz="711200">
            <a:lnSpc>
              <a:spcPct val="90000"/>
            </a:lnSpc>
            <a:spcBef>
              <a:spcPct val="0"/>
            </a:spcBef>
            <a:spcAft>
              <a:spcPct val="35000"/>
            </a:spcAft>
            <a:buNone/>
          </a:pPr>
          <a:r>
            <a:rPr lang="es-ES" sz="1600" b="1" kern="1200" dirty="0"/>
            <a:t>- Cuota de autónomos</a:t>
          </a:r>
        </a:p>
        <a:p>
          <a:pPr marL="0" lvl="0" indent="0" algn="l" defTabSz="711200">
            <a:lnSpc>
              <a:spcPct val="90000"/>
            </a:lnSpc>
            <a:spcBef>
              <a:spcPct val="0"/>
            </a:spcBef>
            <a:spcAft>
              <a:spcPct val="35000"/>
            </a:spcAft>
            <a:buNone/>
          </a:pPr>
          <a:r>
            <a:rPr lang="es-ES" sz="1600" b="1" kern="1200" dirty="0"/>
            <a:t>- Gastos financieros</a:t>
          </a:r>
        </a:p>
        <a:p>
          <a:pPr marL="0" lvl="0" indent="0" algn="l" defTabSz="711200">
            <a:lnSpc>
              <a:spcPct val="90000"/>
            </a:lnSpc>
            <a:spcBef>
              <a:spcPct val="0"/>
            </a:spcBef>
            <a:spcAft>
              <a:spcPct val="35000"/>
            </a:spcAft>
            <a:buNone/>
          </a:pPr>
          <a:r>
            <a:rPr lang="es-ES" sz="1600" b="1" kern="1200" dirty="0"/>
            <a:t>- Gastos de contratación de gestoría</a:t>
          </a:r>
        </a:p>
        <a:p>
          <a:pPr marL="0" lvl="0" indent="0" algn="l" defTabSz="711200">
            <a:lnSpc>
              <a:spcPct val="90000"/>
            </a:lnSpc>
            <a:spcBef>
              <a:spcPct val="0"/>
            </a:spcBef>
            <a:spcAft>
              <a:spcPct val="35000"/>
            </a:spcAft>
            <a:buNone/>
          </a:pPr>
          <a:r>
            <a:rPr lang="es-ES" sz="1600" b="1" kern="1200" dirty="0"/>
            <a:t>- Servicios de profesionales independientes</a:t>
          </a:r>
        </a:p>
        <a:p>
          <a:pPr marL="0" lvl="0" indent="0" algn="l" defTabSz="711200">
            <a:lnSpc>
              <a:spcPct val="90000"/>
            </a:lnSpc>
            <a:spcBef>
              <a:spcPct val="0"/>
            </a:spcBef>
            <a:spcAft>
              <a:spcPct val="35000"/>
            </a:spcAft>
            <a:buNone/>
          </a:pPr>
          <a:r>
            <a:rPr lang="es-ES" sz="1600" b="1" kern="1200" dirty="0"/>
            <a:t>- Material de oficina y gastos en comunicaciones</a:t>
          </a:r>
        </a:p>
        <a:p>
          <a:pPr marL="0" lvl="0" indent="0" algn="l" defTabSz="711200">
            <a:lnSpc>
              <a:spcPct val="90000"/>
            </a:lnSpc>
            <a:spcBef>
              <a:spcPct val="0"/>
            </a:spcBef>
            <a:spcAft>
              <a:spcPct val="35000"/>
            </a:spcAft>
            <a:buNone/>
          </a:pPr>
          <a:r>
            <a:rPr lang="es-ES" sz="1600" b="1" kern="1200" dirty="0"/>
            <a:t>- Gasto en publicidad y promoción del producto</a:t>
          </a:r>
        </a:p>
      </dsp:txBody>
      <dsp:txXfrm>
        <a:off x="3448075" y="457974"/>
        <a:ext cx="4600855" cy="31480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3516A-B0CC-4D94-A9B2-1F5230F6839B}">
      <dsp:nvSpPr>
        <dsp:cNvPr id="0" name=""/>
        <dsp:cNvSpPr/>
      </dsp:nvSpPr>
      <dsp:spPr>
        <a:xfrm>
          <a:off x="4498" y="1602960"/>
          <a:ext cx="2389740" cy="85807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 sz="1600" b="1" kern="1200" dirty="0"/>
            <a:t>Costes variables</a:t>
          </a:r>
        </a:p>
      </dsp:txBody>
      <dsp:txXfrm>
        <a:off x="29630" y="1628092"/>
        <a:ext cx="2339476" cy="807815"/>
      </dsp:txXfrm>
    </dsp:sp>
    <dsp:sp modelId="{EEACC027-EF9A-4D42-B770-8029A94C5B96}">
      <dsp:nvSpPr>
        <dsp:cNvPr id="0" name=""/>
        <dsp:cNvSpPr/>
      </dsp:nvSpPr>
      <dsp:spPr>
        <a:xfrm>
          <a:off x="2633213" y="1735672"/>
          <a:ext cx="506625" cy="59265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s-ES" sz="1600" kern="1200"/>
        </a:p>
      </dsp:txBody>
      <dsp:txXfrm>
        <a:off x="2633213" y="1854203"/>
        <a:ext cx="354638" cy="355593"/>
      </dsp:txXfrm>
    </dsp:sp>
    <dsp:sp modelId="{585CAE74-54E5-4225-A0DD-55D095F80492}">
      <dsp:nvSpPr>
        <dsp:cNvPr id="0" name=""/>
        <dsp:cNvSpPr/>
      </dsp:nvSpPr>
      <dsp:spPr>
        <a:xfrm>
          <a:off x="3350135" y="624226"/>
          <a:ext cx="4796735" cy="281554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s-ES" sz="1600" b="1" kern="1200" dirty="0"/>
            <a:t>- Compra de mercaderías o materias primas</a:t>
          </a:r>
        </a:p>
        <a:p>
          <a:pPr marL="0" lvl="0" indent="0" algn="l" defTabSz="711200">
            <a:lnSpc>
              <a:spcPct val="90000"/>
            </a:lnSpc>
            <a:spcBef>
              <a:spcPct val="0"/>
            </a:spcBef>
            <a:spcAft>
              <a:spcPct val="35000"/>
            </a:spcAft>
            <a:buNone/>
          </a:pPr>
          <a:r>
            <a:rPr lang="es-ES" sz="1600" b="1" kern="1200" dirty="0"/>
            <a:t>- Gasto de herramientas y utensilios necesarios para la producción</a:t>
          </a:r>
        </a:p>
        <a:p>
          <a:pPr marL="0" lvl="0" indent="0" algn="l" defTabSz="711200">
            <a:lnSpc>
              <a:spcPct val="90000"/>
            </a:lnSpc>
            <a:spcBef>
              <a:spcPct val="0"/>
            </a:spcBef>
            <a:spcAft>
              <a:spcPct val="35000"/>
            </a:spcAft>
            <a:buNone/>
          </a:pPr>
          <a:r>
            <a:rPr lang="es-ES" sz="1600" b="1" kern="1200" dirty="0"/>
            <a:t>- Gastos en reparaciones de maquinaria, instalaciones, herramientas…</a:t>
          </a:r>
        </a:p>
        <a:p>
          <a:pPr marL="0" lvl="0" indent="0" algn="l" defTabSz="711200">
            <a:lnSpc>
              <a:spcPct val="90000"/>
            </a:lnSpc>
            <a:spcBef>
              <a:spcPct val="0"/>
            </a:spcBef>
            <a:spcAft>
              <a:spcPct val="35000"/>
            </a:spcAft>
            <a:buNone/>
          </a:pPr>
          <a:r>
            <a:rPr lang="es-ES" sz="1600" b="1" kern="1200" dirty="0"/>
            <a:t>- Transporte de productos hasta punto de venta</a:t>
          </a:r>
        </a:p>
        <a:p>
          <a:pPr marL="0" lvl="0" indent="0" algn="l" defTabSz="711200">
            <a:lnSpc>
              <a:spcPct val="90000"/>
            </a:lnSpc>
            <a:spcBef>
              <a:spcPct val="0"/>
            </a:spcBef>
            <a:spcAft>
              <a:spcPct val="35000"/>
            </a:spcAft>
            <a:buNone/>
          </a:pPr>
          <a:r>
            <a:rPr lang="es-ES" sz="1600" b="1" kern="1200" dirty="0"/>
            <a:t>- Comisiones bancarias cobro TPV</a:t>
          </a:r>
        </a:p>
        <a:p>
          <a:pPr marL="0" lvl="0" indent="0" algn="l" defTabSz="711200">
            <a:lnSpc>
              <a:spcPct val="90000"/>
            </a:lnSpc>
            <a:spcBef>
              <a:spcPct val="0"/>
            </a:spcBef>
            <a:spcAft>
              <a:spcPct val="35000"/>
            </a:spcAft>
            <a:buNone/>
          </a:pPr>
          <a:r>
            <a:rPr lang="es-ES" sz="1600" b="1" kern="1200" dirty="0"/>
            <a:t>- En general, gastos necesarios para elaborar el producto o prestar servicio</a:t>
          </a:r>
        </a:p>
      </dsp:txBody>
      <dsp:txXfrm>
        <a:off x="3432600" y="706691"/>
        <a:ext cx="4631805" cy="26506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00E588-D3FA-47D6-8621-29A5E8C7A1A9}">
      <dsp:nvSpPr>
        <dsp:cNvPr id="0" name=""/>
        <dsp:cNvSpPr/>
      </dsp:nvSpPr>
      <dsp:spPr>
        <a:xfrm>
          <a:off x="1905729" y="561"/>
          <a:ext cx="6950328" cy="1151004"/>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s-ES_tradnl" sz="1800" kern="1200" dirty="0"/>
            <a:t>Obtención de recursos económicos</a:t>
          </a:r>
          <a:endParaRPr lang="es-ES" sz="1800" kern="1200" dirty="0"/>
        </a:p>
        <a:p>
          <a:pPr marL="171450" lvl="1" indent="-171450" algn="l" defTabSz="800100">
            <a:lnSpc>
              <a:spcPct val="90000"/>
            </a:lnSpc>
            <a:spcBef>
              <a:spcPct val="0"/>
            </a:spcBef>
            <a:spcAft>
              <a:spcPct val="15000"/>
            </a:spcAft>
            <a:buChar char="•"/>
          </a:pPr>
          <a:r>
            <a:rPr lang="es-ES_tradnl" sz="1800" kern="1200" dirty="0"/>
            <a:t>De dónde obtengo el dinero para poder pagar las inversiones y gastos</a:t>
          </a:r>
          <a:endParaRPr lang="es-ES" sz="1800" kern="1200" dirty="0"/>
        </a:p>
      </dsp:txBody>
      <dsp:txXfrm>
        <a:off x="1905729" y="144437"/>
        <a:ext cx="6518702" cy="863253"/>
      </dsp:txXfrm>
    </dsp:sp>
    <dsp:sp modelId="{88AB60C0-10F5-4527-809B-607DCDDAE206}">
      <dsp:nvSpPr>
        <dsp:cNvPr id="0" name=""/>
        <dsp:cNvSpPr/>
      </dsp:nvSpPr>
      <dsp:spPr>
        <a:xfrm>
          <a:off x="7489" y="361583"/>
          <a:ext cx="1898240" cy="42896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_tradnl" sz="1800" b="1" kern="1200" dirty="0"/>
            <a:t>Financiación</a:t>
          </a:r>
          <a:endParaRPr lang="es-ES" sz="1800" b="1" kern="1200" dirty="0"/>
        </a:p>
      </dsp:txBody>
      <dsp:txXfrm>
        <a:off x="28429" y="382523"/>
        <a:ext cx="1856360" cy="38708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40942B-93C9-46DC-A006-F76D94B4468F}">
      <dsp:nvSpPr>
        <dsp:cNvPr id="0" name=""/>
        <dsp:cNvSpPr/>
      </dsp:nvSpPr>
      <dsp:spPr>
        <a:xfrm>
          <a:off x="6615079" y="2374220"/>
          <a:ext cx="364624" cy="229168"/>
        </a:xfrm>
        <a:custGeom>
          <a:avLst/>
          <a:gdLst/>
          <a:ahLst/>
          <a:cxnLst/>
          <a:rect l="0" t="0" r="0" b="0"/>
          <a:pathLst>
            <a:path>
              <a:moveTo>
                <a:pt x="0" y="0"/>
              </a:moveTo>
              <a:lnTo>
                <a:pt x="182312" y="0"/>
              </a:lnTo>
              <a:lnTo>
                <a:pt x="182312" y="229168"/>
              </a:lnTo>
              <a:lnTo>
                <a:pt x="364624" y="22916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6786625" y="2478038"/>
        <a:ext cx="21533" cy="21533"/>
      </dsp:txXfrm>
    </dsp:sp>
    <dsp:sp modelId="{F153A8C3-F78E-433A-AC7E-A4CCE583F6F7}">
      <dsp:nvSpPr>
        <dsp:cNvPr id="0" name=""/>
        <dsp:cNvSpPr/>
      </dsp:nvSpPr>
      <dsp:spPr>
        <a:xfrm>
          <a:off x="6615079" y="2188265"/>
          <a:ext cx="364624" cy="185955"/>
        </a:xfrm>
        <a:custGeom>
          <a:avLst/>
          <a:gdLst/>
          <a:ahLst/>
          <a:cxnLst/>
          <a:rect l="0" t="0" r="0" b="0"/>
          <a:pathLst>
            <a:path>
              <a:moveTo>
                <a:pt x="0" y="185955"/>
              </a:moveTo>
              <a:lnTo>
                <a:pt x="182312" y="185955"/>
              </a:lnTo>
              <a:lnTo>
                <a:pt x="182312" y="0"/>
              </a:lnTo>
              <a:lnTo>
                <a:pt x="364624"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6787159" y="2271010"/>
        <a:ext cx="20465" cy="20465"/>
      </dsp:txXfrm>
    </dsp:sp>
    <dsp:sp modelId="{0C1294ED-8CEA-4F53-8C2E-4A73DEFC1E33}">
      <dsp:nvSpPr>
        <dsp:cNvPr id="0" name=""/>
        <dsp:cNvSpPr/>
      </dsp:nvSpPr>
      <dsp:spPr>
        <a:xfrm>
          <a:off x="2580148" y="2328500"/>
          <a:ext cx="364624" cy="91440"/>
        </a:xfrm>
        <a:custGeom>
          <a:avLst/>
          <a:gdLst/>
          <a:ahLst/>
          <a:cxnLst/>
          <a:rect l="0" t="0" r="0" b="0"/>
          <a:pathLst>
            <a:path>
              <a:moveTo>
                <a:pt x="0" y="45720"/>
              </a:moveTo>
              <a:lnTo>
                <a:pt x="364624" y="4572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2753344" y="2365105"/>
        <a:ext cx="18231" cy="18231"/>
      </dsp:txXfrm>
    </dsp:sp>
    <dsp:sp modelId="{8EB0F978-566E-4287-A3C7-D544BF0C397A}">
      <dsp:nvSpPr>
        <dsp:cNvPr id="0" name=""/>
        <dsp:cNvSpPr/>
      </dsp:nvSpPr>
      <dsp:spPr>
        <a:xfrm>
          <a:off x="392403" y="1816627"/>
          <a:ext cx="364624" cy="557592"/>
        </a:xfrm>
        <a:custGeom>
          <a:avLst/>
          <a:gdLst/>
          <a:ahLst/>
          <a:cxnLst/>
          <a:rect l="0" t="0" r="0" b="0"/>
          <a:pathLst>
            <a:path>
              <a:moveTo>
                <a:pt x="0" y="0"/>
              </a:moveTo>
              <a:lnTo>
                <a:pt x="182312" y="0"/>
              </a:lnTo>
              <a:lnTo>
                <a:pt x="182312" y="557592"/>
              </a:lnTo>
              <a:lnTo>
                <a:pt x="364624" y="55759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558059" y="2078768"/>
        <a:ext cx="33311" cy="33311"/>
      </dsp:txXfrm>
    </dsp:sp>
    <dsp:sp modelId="{DA7A7CC4-9E7B-4AEC-ADED-0FF98016B0B3}">
      <dsp:nvSpPr>
        <dsp:cNvPr id="0" name=""/>
        <dsp:cNvSpPr/>
      </dsp:nvSpPr>
      <dsp:spPr>
        <a:xfrm>
          <a:off x="5440515" y="1527375"/>
          <a:ext cx="364624" cy="91440"/>
        </a:xfrm>
        <a:custGeom>
          <a:avLst/>
          <a:gdLst/>
          <a:ahLst/>
          <a:cxnLst/>
          <a:rect l="0" t="0" r="0" b="0"/>
          <a:pathLst>
            <a:path>
              <a:moveTo>
                <a:pt x="0" y="45720"/>
              </a:moveTo>
              <a:lnTo>
                <a:pt x="364624" y="4572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5613712" y="1563979"/>
        <a:ext cx="18231" cy="18231"/>
      </dsp:txXfrm>
    </dsp:sp>
    <dsp:sp modelId="{3D4B9D69-A7BD-40A3-8BB3-A0148B929B4F}">
      <dsp:nvSpPr>
        <dsp:cNvPr id="0" name=""/>
        <dsp:cNvSpPr/>
      </dsp:nvSpPr>
      <dsp:spPr>
        <a:xfrm>
          <a:off x="2580148" y="1271707"/>
          <a:ext cx="364624" cy="301387"/>
        </a:xfrm>
        <a:custGeom>
          <a:avLst/>
          <a:gdLst/>
          <a:ahLst/>
          <a:cxnLst/>
          <a:rect l="0" t="0" r="0" b="0"/>
          <a:pathLst>
            <a:path>
              <a:moveTo>
                <a:pt x="0" y="0"/>
              </a:moveTo>
              <a:lnTo>
                <a:pt x="182312" y="0"/>
              </a:lnTo>
              <a:lnTo>
                <a:pt x="182312" y="301387"/>
              </a:lnTo>
              <a:lnTo>
                <a:pt x="364624" y="30138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2750634" y="1410575"/>
        <a:ext cx="23652" cy="23652"/>
      </dsp:txXfrm>
    </dsp:sp>
    <dsp:sp modelId="{C70A6F3B-875D-4BFA-A1E1-1BDDCEEDD0D9}">
      <dsp:nvSpPr>
        <dsp:cNvPr id="0" name=""/>
        <dsp:cNvSpPr/>
      </dsp:nvSpPr>
      <dsp:spPr>
        <a:xfrm>
          <a:off x="5437781" y="885706"/>
          <a:ext cx="364624" cy="215823"/>
        </a:xfrm>
        <a:custGeom>
          <a:avLst/>
          <a:gdLst/>
          <a:ahLst/>
          <a:cxnLst/>
          <a:rect l="0" t="0" r="0" b="0"/>
          <a:pathLst>
            <a:path>
              <a:moveTo>
                <a:pt x="0" y="0"/>
              </a:moveTo>
              <a:lnTo>
                <a:pt x="182312" y="0"/>
              </a:lnTo>
              <a:lnTo>
                <a:pt x="182312" y="215823"/>
              </a:lnTo>
              <a:lnTo>
                <a:pt x="364624" y="21582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5609500" y="983025"/>
        <a:ext cx="21185" cy="21185"/>
      </dsp:txXfrm>
    </dsp:sp>
    <dsp:sp modelId="{599C1C7E-3EA0-420B-97B4-4036901FD486}">
      <dsp:nvSpPr>
        <dsp:cNvPr id="0" name=""/>
        <dsp:cNvSpPr/>
      </dsp:nvSpPr>
      <dsp:spPr>
        <a:xfrm>
          <a:off x="5437781" y="636675"/>
          <a:ext cx="364624" cy="249031"/>
        </a:xfrm>
        <a:custGeom>
          <a:avLst/>
          <a:gdLst/>
          <a:ahLst/>
          <a:cxnLst/>
          <a:rect l="0" t="0" r="0" b="0"/>
          <a:pathLst>
            <a:path>
              <a:moveTo>
                <a:pt x="0" y="249031"/>
              </a:moveTo>
              <a:lnTo>
                <a:pt x="182312" y="249031"/>
              </a:lnTo>
              <a:lnTo>
                <a:pt x="182312" y="0"/>
              </a:lnTo>
              <a:lnTo>
                <a:pt x="364624"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5609054" y="750152"/>
        <a:ext cx="22077" cy="22077"/>
      </dsp:txXfrm>
    </dsp:sp>
    <dsp:sp modelId="{F9346F72-A738-4576-8123-3902BE5A7977}">
      <dsp:nvSpPr>
        <dsp:cNvPr id="0" name=""/>
        <dsp:cNvSpPr/>
      </dsp:nvSpPr>
      <dsp:spPr>
        <a:xfrm>
          <a:off x="2580148" y="885706"/>
          <a:ext cx="364624" cy="386001"/>
        </a:xfrm>
        <a:custGeom>
          <a:avLst/>
          <a:gdLst/>
          <a:ahLst/>
          <a:cxnLst/>
          <a:rect l="0" t="0" r="0" b="0"/>
          <a:pathLst>
            <a:path>
              <a:moveTo>
                <a:pt x="0" y="386001"/>
              </a:moveTo>
              <a:lnTo>
                <a:pt x="182312" y="386001"/>
              </a:lnTo>
              <a:lnTo>
                <a:pt x="182312" y="0"/>
              </a:lnTo>
              <a:lnTo>
                <a:pt x="364624"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2749185" y="1065432"/>
        <a:ext cx="26549" cy="26549"/>
      </dsp:txXfrm>
    </dsp:sp>
    <dsp:sp modelId="{96AD980F-E1E2-4BAC-9DBC-35AA96B943AE}">
      <dsp:nvSpPr>
        <dsp:cNvPr id="0" name=""/>
        <dsp:cNvSpPr/>
      </dsp:nvSpPr>
      <dsp:spPr>
        <a:xfrm>
          <a:off x="392403" y="1271707"/>
          <a:ext cx="364624" cy="544920"/>
        </a:xfrm>
        <a:custGeom>
          <a:avLst/>
          <a:gdLst/>
          <a:ahLst/>
          <a:cxnLst/>
          <a:rect l="0" t="0" r="0" b="0"/>
          <a:pathLst>
            <a:path>
              <a:moveTo>
                <a:pt x="0" y="544920"/>
              </a:moveTo>
              <a:lnTo>
                <a:pt x="182312" y="544920"/>
              </a:lnTo>
              <a:lnTo>
                <a:pt x="182312" y="0"/>
              </a:lnTo>
              <a:lnTo>
                <a:pt x="364624"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558323" y="1527776"/>
        <a:ext cx="32782" cy="32782"/>
      </dsp:txXfrm>
    </dsp:sp>
    <dsp:sp modelId="{691709DB-A0F2-4845-8ABE-61BA8AD3694B}">
      <dsp:nvSpPr>
        <dsp:cNvPr id="0" name=""/>
        <dsp:cNvSpPr/>
      </dsp:nvSpPr>
      <dsp:spPr>
        <a:xfrm rot="16200000">
          <a:off x="-878776" y="1622865"/>
          <a:ext cx="2154834" cy="38752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Fuentes propias</a:t>
          </a:r>
          <a:endParaRPr lang="es-ES" sz="1800" b="1" kern="1200" dirty="0"/>
        </a:p>
      </dsp:txBody>
      <dsp:txXfrm>
        <a:off x="-878776" y="1622865"/>
        <a:ext cx="2154834" cy="387524"/>
      </dsp:txXfrm>
    </dsp:sp>
    <dsp:sp modelId="{EF0C977B-6339-4310-B43F-228EF38C6FE8}">
      <dsp:nvSpPr>
        <dsp:cNvPr id="0" name=""/>
        <dsp:cNvSpPr/>
      </dsp:nvSpPr>
      <dsp:spPr>
        <a:xfrm>
          <a:off x="757027" y="1092633"/>
          <a:ext cx="1823121" cy="35814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Externas</a:t>
          </a:r>
          <a:endParaRPr lang="es-ES" sz="1800" b="1" kern="1200" dirty="0"/>
        </a:p>
      </dsp:txBody>
      <dsp:txXfrm>
        <a:off x="757027" y="1092633"/>
        <a:ext cx="1823121" cy="358148"/>
      </dsp:txXfrm>
    </dsp:sp>
    <dsp:sp modelId="{F179E934-3B52-468A-B69F-F547022E9828}">
      <dsp:nvSpPr>
        <dsp:cNvPr id="0" name=""/>
        <dsp:cNvSpPr/>
      </dsp:nvSpPr>
      <dsp:spPr>
        <a:xfrm>
          <a:off x="2944772" y="653797"/>
          <a:ext cx="2493008" cy="46381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Aportaciones de socios</a:t>
          </a:r>
          <a:endParaRPr lang="es-ES" sz="1800" b="1" kern="1200" dirty="0"/>
        </a:p>
      </dsp:txBody>
      <dsp:txXfrm>
        <a:off x="2944772" y="653797"/>
        <a:ext cx="2493008" cy="463817"/>
      </dsp:txXfrm>
    </dsp:sp>
    <dsp:sp modelId="{F1957D2F-690E-4067-9C70-E8C791B97463}">
      <dsp:nvSpPr>
        <dsp:cNvPr id="0" name=""/>
        <dsp:cNvSpPr/>
      </dsp:nvSpPr>
      <dsp:spPr>
        <a:xfrm>
          <a:off x="5802405" y="490330"/>
          <a:ext cx="1823121" cy="29268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Capital social</a:t>
          </a:r>
          <a:endParaRPr lang="es-ES" sz="1800" b="1" kern="1200" dirty="0"/>
        </a:p>
      </dsp:txBody>
      <dsp:txXfrm>
        <a:off x="5802405" y="490330"/>
        <a:ext cx="1823121" cy="292688"/>
      </dsp:txXfrm>
    </dsp:sp>
    <dsp:sp modelId="{49D4FD42-A670-461A-BA7E-06221FAAC6E1}">
      <dsp:nvSpPr>
        <dsp:cNvPr id="0" name=""/>
        <dsp:cNvSpPr/>
      </dsp:nvSpPr>
      <dsp:spPr>
        <a:xfrm>
          <a:off x="5802405" y="921977"/>
          <a:ext cx="1823121" cy="35910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Ampliaciones</a:t>
          </a:r>
          <a:endParaRPr lang="es-ES" sz="1800" b="1" kern="1200" dirty="0"/>
        </a:p>
      </dsp:txBody>
      <dsp:txXfrm>
        <a:off x="5802405" y="921977"/>
        <a:ext cx="1823121" cy="359104"/>
      </dsp:txXfrm>
    </dsp:sp>
    <dsp:sp modelId="{F98E3E92-C8D1-4EF9-BAB8-5C37C5CA2AE0}">
      <dsp:nvSpPr>
        <dsp:cNvPr id="0" name=""/>
        <dsp:cNvSpPr/>
      </dsp:nvSpPr>
      <dsp:spPr>
        <a:xfrm>
          <a:off x="2944772" y="1256572"/>
          <a:ext cx="2495743" cy="63304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Aportaciones de inversores</a:t>
          </a:r>
          <a:endParaRPr lang="es-ES" sz="1800" b="1" kern="1200" dirty="0"/>
        </a:p>
      </dsp:txBody>
      <dsp:txXfrm>
        <a:off x="2944772" y="1256572"/>
        <a:ext cx="2495743" cy="633045"/>
      </dsp:txXfrm>
    </dsp:sp>
    <dsp:sp modelId="{AF93B810-CAEA-4019-ACAD-379DE2C3EFE6}">
      <dsp:nvSpPr>
        <dsp:cNvPr id="0" name=""/>
        <dsp:cNvSpPr/>
      </dsp:nvSpPr>
      <dsp:spPr>
        <a:xfrm>
          <a:off x="5805140" y="1430105"/>
          <a:ext cx="1823121" cy="2859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Business Angels</a:t>
          </a:r>
          <a:endParaRPr lang="es-ES" sz="1800" b="1" kern="1200" dirty="0"/>
        </a:p>
      </dsp:txBody>
      <dsp:txXfrm>
        <a:off x="5805140" y="1430105"/>
        <a:ext cx="1823121" cy="285979"/>
      </dsp:txXfrm>
    </dsp:sp>
    <dsp:sp modelId="{29873BBF-49BA-457A-8062-552094263C9F}">
      <dsp:nvSpPr>
        <dsp:cNvPr id="0" name=""/>
        <dsp:cNvSpPr/>
      </dsp:nvSpPr>
      <dsp:spPr>
        <a:xfrm>
          <a:off x="757027" y="2207819"/>
          <a:ext cx="1823121" cy="33280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Internas</a:t>
          </a:r>
          <a:endParaRPr lang="es-ES" sz="1800" b="1" kern="1200" dirty="0"/>
        </a:p>
      </dsp:txBody>
      <dsp:txXfrm>
        <a:off x="757027" y="2207819"/>
        <a:ext cx="1823121" cy="332802"/>
      </dsp:txXfrm>
    </dsp:sp>
    <dsp:sp modelId="{E8A29B96-43DA-46A4-8D6D-5A34BBF9F5AD}">
      <dsp:nvSpPr>
        <dsp:cNvPr id="0" name=""/>
        <dsp:cNvSpPr/>
      </dsp:nvSpPr>
      <dsp:spPr>
        <a:xfrm>
          <a:off x="2944772" y="2042332"/>
          <a:ext cx="3670307" cy="66377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Autofinanciación de la propia empresa</a:t>
          </a:r>
          <a:endParaRPr lang="es-ES" sz="1800" b="1" kern="1200" dirty="0"/>
        </a:p>
      </dsp:txBody>
      <dsp:txXfrm>
        <a:off x="2944772" y="2042332"/>
        <a:ext cx="3670307" cy="663777"/>
      </dsp:txXfrm>
    </dsp:sp>
    <dsp:sp modelId="{DAEBE812-860F-4137-889D-6F319DA5BA71}">
      <dsp:nvSpPr>
        <dsp:cNvPr id="0" name=""/>
        <dsp:cNvSpPr/>
      </dsp:nvSpPr>
      <dsp:spPr>
        <a:xfrm>
          <a:off x="6979704" y="2028575"/>
          <a:ext cx="1823121" cy="3193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Reservas</a:t>
          </a:r>
          <a:endParaRPr lang="es-ES" sz="1800" b="1" kern="1200" dirty="0"/>
        </a:p>
      </dsp:txBody>
      <dsp:txXfrm>
        <a:off x="6979704" y="2028575"/>
        <a:ext cx="1823121" cy="319379"/>
      </dsp:txXfrm>
    </dsp:sp>
    <dsp:sp modelId="{49C451BA-F6A2-4745-8F36-61173F8B379B}">
      <dsp:nvSpPr>
        <dsp:cNvPr id="0" name=""/>
        <dsp:cNvSpPr/>
      </dsp:nvSpPr>
      <dsp:spPr>
        <a:xfrm>
          <a:off x="6979704" y="2486912"/>
          <a:ext cx="1823121" cy="23295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Amortizaciones</a:t>
          </a:r>
          <a:endParaRPr lang="es-ES" sz="1800" b="1" kern="1200" dirty="0"/>
        </a:p>
      </dsp:txBody>
      <dsp:txXfrm>
        <a:off x="6979704" y="2486912"/>
        <a:ext cx="1823121" cy="23295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41606F-C361-45DF-84A2-BE7EA9AB5545}">
      <dsp:nvSpPr>
        <dsp:cNvPr id="0" name=""/>
        <dsp:cNvSpPr/>
      </dsp:nvSpPr>
      <dsp:spPr>
        <a:xfrm>
          <a:off x="4781690" y="3401014"/>
          <a:ext cx="249003" cy="926679"/>
        </a:xfrm>
        <a:custGeom>
          <a:avLst/>
          <a:gdLst/>
          <a:ahLst/>
          <a:cxnLst/>
          <a:rect l="0" t="0" r="0" b="0"/>
          <a:pathLst>
            <a:path>
              <a:moveTo>
                <a:pt x="0" y="0"/>
              </a:moveTo>
              <a:lnTo>
                <a:pt x="124501" y="0"/>
              </a:lnTo>
              <a:lnTo>
                <a:pt x="124501" y="926679"/>
              </a:lnTo>
              <a:lnTo>
                <a:pt x="249003" y="92667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kern="1200" dirty="0"/>
        </a:p>
      </dsp:txBody>
      <dsp:txXfrm>
        <a:off x="4882203" y="3840365"/>
        <a:ext cx="47977" cy="47977"/>
      </dsp:txXfrm>
    </dsp:sp>
    <dsp:sp modelId="{4847A860-7632-4F70-A2F0-427B420E3A6A}">
      <dsp:nvSpPr>
        <dsp:cNvPr id="0" name=""/>
        <dsp:cNvSpPr/>
      </dsp:nvSpPr>
      <dsp:spPr>
        <a:xfrm>
          <a:off x="4781690" y="3401014"/>
          <a:ext cx="249003" cy="454140"/>
        </a:xfrm>
        <a:custGeom>
          <a:avLst/>
          <a:gdLst/>
          <a:ahLst/>
          <a:cxnLst/>
          <a:rect l="0" t="0" r="0" b="0"/>
          <a:pathLst>
            <a:path>
              <a:moveTo>
                <a:pt x="0" y="0"/>
              </a:moveTo>
              <a:lnTo>
                <a:pt x="124501" y="0"/>
              </a:lnTo>
              <a:lnTo>
                <a:pt x="124501" y="454140"/>
              </a:lnTo>
              <a:lnTo>
                <a:pt x="249003" y="45414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kern="1200" dirty="0"/>
        </a:p>
      </dsp:txBody>
      <dsp:txXfrm>
        <a:off x="4893244" y="3615136"/>
        <a:ext cx="25896" cy="25896"/>
      </dsp:txXfrm>
    </dsp:sp>
    <dsp:sp modelId="{62A03D6D-6CF7-4ADF-8538-32B709B3D1AE}">
      <dsp:nvSpPr>
        <dsp:cNvPr id="0" name=""/>
        <dsp:cNvSpPr/>
      </dsp:nvSpPr>
      <dsp:spPr>
        <a:xfrm>
          <a:off x="4781690" y="3355294"/>
          <a:ext cx="249003" cy="91440"/>
        </a:xfrm>
        <a:custGeom>
          <a:avLst/>
          <a:gdLst/>
          <a:ahLst/>
          <a:cxnLst/>
          <a:rect l="0" t="0" r="0" b="0"/>
          <a:pathLst>
            <a:path>
              <a:moveTo>
                <a:pt x="0" y="45720"/>
              </a:moveTo>
              <a:lnTo>
                <a:pt x="124501" y="45720"/>
              </a:lnTo>
              <a:lnTo>
                <a:pt x="124501" y="47653"/>
              </a:lnTo>
              <a:lnTo>
                <a:pt x="249003" y="4765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kern="1200" dirty="0"/>
        </a:p>
      </dsp:txBody>
      <dsp:txXfrm>
        <a:off x="4899967" y="3394789"/>
        <a:ext cx="12450" cy="12450"/>
      </dsp:txXfrm>
    </dsp:sp>
    <dsp:sp modelId="{C62CA9A5-6CD0-4EF0-85EB-0D8264E72EA6}">
      <dsp:nvSpPr>
        <dsp:cNvPr id="0" name=""/>
        <dsp:cNvSpPr/>
      </dsp:nvSpPr>
      <dsp:spPr>
        <a:xfrm>
          <a:off x="4781690" y="2950741"/>
          <a:ext cx="249003" cy="450272"/>
        </a:xfrm>
        <a:custGeom>
          <a:avLst/>
          <a:gdLst/>
          <a:ahLst/>
          <a:cxnLst/>
          <a:rect l="0" t="0" r="0" b="0"/>
          <a:pathLst>
            <a:path>
              <a:moveTo>
                <a:pt x="0" y="450272"/>
              </a:moveTo>
              <a:lnTo>
                <a:pt x="124501" y="450272"/>
              </a:lnTo>
              <a:lnTo>
                <a:pt x="124501" y="0"/>
              </a:lnTo>
              <a:lnTo>
                <a:pt x="249003"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kern="1200" dirty="0"/>
        </a:p>
      </dsp:txBody>
      <dsp:txXfrm>
        <a:off x="4893328" y="3163014"/>
        <a:ext cx="25726" cy="25726"/>
      </dsp:txXfrm>
    </dsp:sp>
    <dsp:sp modelId="{18F52B66-1C20-4089-AD5D-C853E50C52EB}">
      <dsp:nvSpPr>
        <dsp:cNvPr id="0" name=""/>
        <dsp:cNvSpPr/>
      </dsp:nvSpPr>
      <dsp:spPr>
        <a:xfrm>
          <a:off x="4781690" y="2476268"/>
          <a:ext cx="249003" cy="924745"/>
        </a:xfrm>
        <a:custGeom>
          <a:avLst/>
          <a:gdLst/>
          <a:ahLst/>
          <a:cxnLst/>
          <a:rect l="0" t="0" r="0" b="0"/>
          <a:pathLst>
            <a:path>
              <a:moveTo>
                <a:pt x="0" y="924745"/>
              </a:moveTo>
              <a:lnTo>
                <a:pt x="124501" y="924745"/>
              </a:lnTo>
              <a:lnTo>
                <a:pt x="124501" y="0"/>
              </a:lnTo>
              <a:lnTo>
                <a:pt x="249003"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kern="1200" dirty="0"/>
        </a:p>
      </dsp:txBody>
      <dsp:txXfrm>
        <a:off x="4882250" y="2914699"/>
        <a:ext cx="47884" cy="47884"/>
      </dsp:txXfrm>
    </dsp:sp>
    <dsp:sp modelId="{3D4B9D69-A7BD-40A3-8BB3-A0148B929B4F}">
      <dsp:nvSpPr>
        <dsp:cNvPr id="0" name=""/>
        <dsp:cNvSpPr/>
      </dsp:nvSpPr>
      <dsp:spPr>
        <a:xfrm>
          <a:off x="1971624" y="2317510"/>
          <a:ext cx="249003" cy="1083503"/>
        </a:xfrm>
        <a:custGeom>
          <a:avLst/>
          <a:gdLst/>
          <a:ahLst/>
          <a:cxnLst/>
          <a:rect l="0" t="0" r="0" b="0"/>
          <a:pathLst>
            <a:path>
              <a:moveTo>
                <a:pt x="0" y="0"/>
              </a:moveTo>
              <a:lnTo>
                <a:pt x="124501" y="0"/>
              </a:lnTo>
              <a:lnTo>
                <a:pt x="124501" y="1083503"/>
              </a:lnTo>
              <a:lnTo>
                <a:pt x="249003" y="108350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2068332" y="2831469"/>
        <a:ext cx="55587" cy="55587"/>
      </dsp:txXfrm>
    </dsp:sp>
    <dsp:sp modelId="{A0D90494-7174-4D49-9F12-73DB40B53947}">
      <dsp:nvSpPr>
        <dsp:cNvPr id="0" name=""/>
        <dsp:cNvSpPr/>
      </dsp:nvSpPr>
      <dsp:spPr>
        <a:xfrm>
          <a:off x="5180569" y="1178277"/>
          <a:ext cx="249003" cy="796907"/>
        </a:xfrm>
        <a:custGeom>
          <a:avLst/>
          <a:gdLst/>
          <a:ahLst/>
          <a:cxnLst/>
          <a:rect l="0" t="0" r="0" b="0"/>
          <a:pathLst>
            <a:path>
              <a:moveTo>
                <a:pt x="0" y="0"/>
              </a:moveTo>
              <a:lnTo>
                <a:pt x="124501" y="0"/>
              </a:lnTo>
              <a:lnTo>
                <a:pt x="124501" y="796907"/>
              </a:lnTo>
              <a:lnTo>
                <a:pt x="249003" y="796907"/>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kern="1200" dirty="0"/>
        </a:p>
      </dsp:txBody>
      <dsp:txXfrm>
        <a:off x="5284198" y="1555858"/>
        <a:ext cx="41745" cy="41745"/>
      </dsp:txXfrm>
    </dsp:sp>
    <dsp:sp modelId="{EB1566C3-2F33-47A3-B131-0A6077A42673}">
      <dsp:nvSpPr>
        <dsp:cNvPr id="0" name=""/>
        <dsp:cNvSpPr/>
      </dsp:nvSpPr>
      <dsp:spPr>
        <a:xfrm>
          <a:off x="5180569" y="1178277"/>
          <a:ext cx="249003" cy="373748"/>
        </a:xfrm>
        <a:custGeom>
          <a:avLst/>
          <a:gdLst/>
          <a:ahLst/>
          <a:cxnLst/>
          <a:rect l="0" t="0" r="0" b="0"/>
          <a:pathLst>
            <a:path>
              <a:moveTo>
                <a:pt x="0" y="0"/>
              </a:moveTo>
              <a:lnTo>
                <a:pt x="124501" y="0"/>
              </a:lnTo>
              <a:lnTo>
                <a:pt x="124501" y="373748"/>
              </a:lnTo>
              <a:lnTo>
                <a:pt x="249003" y="37374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kern="1200" dirty="0"/>
        </a:p>
      </dsp:txBody>
      <dsp:txXfrm>
        <a:off x="5293843" y="1353924"/>
        <a:ext cx="22454" cy="22454"/>
      </dsp:txXfrm>
    </dsp:sp>
    <dsp:sp modelId="{FD69E2EA-15AC-4029-9852-C3E951F0CA2D}">
      <dsp:nvSpPr>
        <dsp:cNvPr id="0" name=""/>
        <dsp:cNvSpPr/>
      </dsp:nvSpPr>
      <dsp:spPr>
        <a:xfrm>
          <a:off x="5180569" y="1132557"/>
          <a:ext cx="249003" cy="91440"/>
        </a:xfrm>
        <a:custGeom>
          <a:avLst/>
          <a:gdLst/>
          <a:ahLst/>
          <a:cxnLst/>
          <a:rect l="0" t="0" r="0" b="0"/>
          <a:pathLst>
            <a:path>
              <a:moveTo>
                <a:pt x="0" y="45720"/>
              </a:moveTo>
              <a:lnTo>
                <a:pt x="124501" y="45720"/>
              </a:lnTo>
              <a:lnTo>
                <a:pt x="124501" y="82482"/>
              </a:lnTo>
              <a:lnTo>
                <a:pt x="249003" y="8248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kern="1200" dirty="0"/>
        </a:p>
      </dsp:txBody>
      <dsp:txXfrm>
        <a:off x="5298778" y="1171984"/>
        <a:ext cx="12585" cy="12585"/>
      </dsp:txXfrm>
    </dsp:sp>
    <dsp:sp modelId="{C70A6F3B-875D-4BFA-A1E1-1BDDCEEDD0D9}">
      <dsp:nvSpPr>
        <dsp:cNvPr id="0" name=""/>
        <dsp:cNvSpPr/>
      </dsp:nvSpPr>
      <dsp:spPr>
        <a:xfrm>
          <a:off x="5180569" y="819809"/>
          <a:ext cx="249003" cy="358468"/>
        </a:xfrm>
        <a:custGeom>
          <a:avLst/>
          <a:gdLst/>
          <a:ahLst/>
          <a:cxnLst/>
          <a:rect l="0" t="0" r="0" b="0"/>
          <a:pathLst>
            <a:path>
              <a:moveTo>
                <a:pt x="0" y="358468"/>
              </a:moveTo>
              <a:lnTo>
                <a:pt x="124501" y="358468"/>
              </a:lnTo>
              <a:lnTo>
                <a:pt x="124501" y="0"/>
              </a:lnTo>
              <a:lnTo>
                <a:pt x="249003"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5294159" y="988131"/>
        <a:ext cx="21823" cy="21823"/>
      </dsp:txXfrm>
    </dsp:sp>
    <dsp:sp modelId="{599C1C7E-3EA0-420B-97B4-4036901FD486}">
      <dsp:nvSpPr>
        <dsp:cNvPr id="0" name=""/>
        <dsp:cNvSpPr/>
      </dsp:nvSpPr>
      <dsp:spPr>
        <a:xfrm>
          <a:off x="5180569" y="359887"/>
          <a:ext cx="249003" cy="818389"/>
        </a:xfrm>
        <a:custGeom>
          <a:avLst/>
          <a:gdLst/>
          <a:ahLst/>
          <a:cxnLst/>
          <a:rect l="0" t="0" r="0" b="0"/>
          <a:pathLst>
            <a:path>
              <a:moveTo>
                <a:pt x="0" y="818389"/>
              </a:moveTo>
              <a:lnTo>
                <a:pt x="124501" y="818389"/>
              </a:lnTo>
              <a:lnTo>
                <a:pt x="124501" y="0"/>
              </a:lnTo>
              <a:lnTo>
                <a:pt x="249003"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5283685" y="747696"/>
        <a:ext cx="42771" cy="42771"/>
      </dsp:txXfrm>
    </dsp:sp>
    <dsp:sp modelId="{F9346F72-A738-4576-8123-3902BE5A7977}">
      <dsp:nvSpPr>
        <dsp:cNvPr id="0" name=""/>
        <dsp:cNvSpPr/>
      </dsp:nvSpPr>
      <dsp:spPr>
        <a:xfrm>
          <a:off x="1971624" y="1178277"/>
          <a:ext cx="249003" cy="1139233"/>
        </a:xfrm>
        <a:custGeom>
          <a:avLst/>
          <a:gdLst/>
          <a:ahLst/>
          <a:cxnLst/>
          <a:rect l="0" t="0" r="0" b="0"/>
          <a:pathLst>
            <a:path>
              <a:moveTo>
                <a:pt x="0" y="1139233"/>
              </a:moveTo>
              <a:lnTo>
                <a:pt x="124501" y="1139233"/>
              </a:lnTo>
              <a:lnTo>
                <a:pt x="124501" y="0"/>
              </a:lnTo>
              <a:lnTo>
                <a:pt x="249003"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2066973" y="1718741"/>
        <a:ext cx="58306" cy="58306"/>
      </dsp:txXfrm>
    </dsp:sp>
    <dsp:sp modelId="{96AD980F-E1E2-4BAC-9DBC-35AA96B943AE}">
      <dsp:nvSpPr>
        <dsp:cNvPr id="0" name=""/>
        <dsp:cNvSpPr/>
      </dsp:nvSpPr>
      <dsp:spPr>
        <a:xfrm>
          <a:off x="477604" y="2271790"/>
          <a:ext cx="249003" cy="91440"/>
        </a:xfrm>
        <a:custGeom>
          <a:avLst/>
          <a:gdLst/>
          <a:ahLst/>
          <a:cxnLst/>
          <a:rect l="0" t="0" r="0" b="0"/>
          <a:pathLst>
            <a:path>
              <a:moveTo>
                <a:pt x="0" y="45720"/>
              </a:moveTo>
              <a:lnTo>
                <a:pt x="249003" y="4572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s-ES" sz="1800" b="1" kern="1200" dirty="0"/>
        </a:p>
      </dsp:txBody>
      <dsp:txXfrm>
        <a:off x="595880" y="2311285"/>
        <a:ext cx="12450" cy="12450"/>
      </dsp:txXfrm>
    </dsp:sp>
    <dsp:sp modelId="{691709DB-A0F2-4845-8ABE-61BA8AD3694B}">
      <dsp:nvSpPr>
        <dsp:cNvPr id="0" name=""/>
        <dsp:cNvSpPr/>
      </dsp:nvSpPr>
      <dsp:spPr>
        <a:xfrm rot="16200000">
          <a:off x="-598201" y="2082521"/>
          <a:ext cx="1681632" cy="46997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Fuentes  ajenas</a:t>
          </a:r>
          <a:endParaRPr lang="es-ES" sz="1800" b="1" kern="1200" dirty="0"/>
        </a:p>
      </dsp:txBody>
      <dsp:txXfrm>
        <a:off x="-598201" y="2082521"/>
        <a:ext cx="1681632" cy="469978"/>
      </dsp:txXfrm>
    </dsp:sp>
    <dsp:sp modelId="{EF0C977B-6339-4310-B43F-228EF38C6FE8}">
      <dsp:nvSpPr>
        <dsp:cNvPr id="0" name=""/>
        <dsp:cNvSpPr/>
      </dsp:nvSpPr>
      <dsp:spPr>
        <a:xfrm>
          <a:off x="726607" y="2134867"/>
          <a:ext cx="1245017" cy="365287"/>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Externas</a:t>
          </a:r>
          <a:endParaRPr lang="es-ES" sz="1800" b="1" kern="1200" dirty="0"/>
        </a:p>
      </dsp:txBody>
      <dsp:txXfrm>
        <a:off x="726607" y="2134867"/>
        <a:ext cx="1245017" cy="365287"/>
      </dsp:txXfrm>
    </dsp:sp>
    <dsp:sp modelId="{F179E934-3B52-468A-B69F-F547022E9828}">
      <dsp:nvSpPr>
        <dsp:cNvPr id="0" name=""/>
        <dsp:cNvSpPr/>
      </dsp:nvSpPr>
      <dsp:spPr>
        <a:xfrm>
          <a:off x="2220628" y="966556"/>
          <a:ext cx="2959941" cy="42344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A largo plazo (+1año)</a:t>
          </a:r>
          <a:endParaRPr lang="es-ES" sz="1800" b="1" kern="1200" dirty="0"/>
        </a:p>
      </dsp:txBody>
      <dsp:txXfrm>
        <a:off x="2220628" y="966556"/>
        <a:ext cx="2959941" cy="423442"/>
      </dsp:txXfrm>
    </dsp:sp>
    <dsp:sp modelId="{F1957D2F-690E-4067-9C70-E8C791B97463}">
      <dsp:nvSpPr>
        <dsp:cNvPr id="0" name=""/>
        <dsp:cNvSpPr/>
      </dsp:nvSpPr>
      <dsp:spPr>
        <a:xfrm>
          <a:off x="5429572" y="164970"/>
          <a:ext cx="2347479" cy="3898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Préstamos bancarios</a:t>
          </a:r>
        </a:p>
      </dsp:txBody>
      <dsp:txXfrm>
        <a:off x="5429572" y="164970"/>
        <a:ext cx="2347479" cy="389834"/>
      </dsp:txXfrm>
    </dsp:sp>
    <dsp:sp modelId="{49D4FD42-A670-461A-BA7E-06221FAAC6E1}">
      <dsp:nvSpPr>
        <dsp:cNvPr id="0" name=""/>
        <dsp:cNvSpPr/>
      </dsp:nvSpPr>
      <dsp:spPr>
        <a:xfrm>
          <a:off x="5429572" y="649699"/>
          <a:ext cx="2381033" cy="34021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Créditos bancarios</a:t>
          </a:r>
          <a:endParaRPr lang="es-ES" sz="1800" b="1" kern="1200" dirty="0"/>
        </a:p>
      </dsp:txBody>
      <dsp:txXfrm>
        <a:off x="5429572" y="649699"/>
        <a:ext cx="2381033" cy="340219"/>
      </dsp:txXfrm>
    </dsp:sp>
    <dsp:sp modelId="{280C0B2A-AC7A-43D6-987A-5CE75170D6C5}">
      <dsp:nvSpPr>
        <dsp:cNvPr id="0" name=""/>
        <dsp:cNvSpPr/>
      </dsp:nvSpPr>
      <dsp:spPr>
        <a:xfrm>
          <a:off x="5429572" y="1084813"/>
          <a:ext cx="1311438" cy="26045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Leasing</a:t>
          </a:r>
          <a:endParaRPr lang="es-ES" sz="1800" b="1" kern="1200" dirty="0"/>
        </a:p>
      </dsp:txBody>
      <dsp:txXfrm>
        <a:off x="5429572" y="1084813"/>
        <a:ext cx="1311438" cy="260451"/>
      </dsp:txXfrm>
    </dsp:sp>
    <dsp:sp modelId="{55A7854C-3BE0-45FF-9750-AC84B4DB320A}">
      <dsp:nvSpPr>
        <dsp:cNvPr id="0" name=""/>
        <dsp:cNvSpPr/>
      </dsp:nvSpPr>
      <dsp:spPr>
        <a:xfrm>
          <a:off x="5429572" y="1440160"/>
          <a:ext cx="1335866" cy="22373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Renting</a:t>
          </a:r>
          <a:endParaRPr lang="es-ES" sz="1800" b="1" kern="1200" dirty="0"/>
        </a:p>
      </dsp:txBody>
      <dsp:txXfrm>
        <a:off x="5429572" y="1440160"/>
        <a:ext cx="1335866" cy="223731"/>
      </dsp:txXfrm>
    </dsp:sp>
    <dsp:sp modelId="{5F1465BF-861F-4753-A6A6-9DD90C4ECD4B}">
      <dsp:nvSpPr>
        <dsp:cNvPr id="0" name=""/>
        <dsp:cNvSpPr/>
      </dsp:nvSpPr>
      <dsp:spPr>
        <a:xfrm>
          <a:off x="5429572" y="1758785"/>
          <a:ext cx="3131454" cy="43279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Ayudas y subvenciones públicas</a:t>
          </a:r>
          <a:endParaRPr lang="es-ES" sz="1800" b="1" kern="1200" dirty="0"/>
        </a:p>
      </dsp:txBody>
      <dsp:txXfrm>
        <a:off x="5429572" y="1758785"/>
        <a:ext cx="3131454" cy="432799"/>
      </dsp:txXfrm>
    </dsp:sp>
    <dsp:sp modelId="{F98E3E92-C8D1-4EF9-BAB8-5C37C5CA2AE0}">
      <dsp:nvSpPr>
        <dsp:cNvPr id="0" name=""/>
        <dsp:cNvSpPr/>
      </dsp:nvSpPr>
      <dsp:spPr>
        <a:xfrm>
          <a:off x="2220628" y="3133563"/>
          <a:ext cx="2561062" cy="53490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A corto plazo (-1año)</a:t>
          </a:r>
          <a:endParaRPr lang="es-ES" sz="1800" b="1" kern="1200" dirty="0"/>
        </a:p>
      </dsp:txBody>
      <dsp:txXfrm>
        <a:off x="2220628" y="3133563"/>
        <a:ext cx="2561062" cy="534901"/>
      </dsp:txXfrm>
    </dsp:sp>
    <dsp:sp modelId="{D3A41992-F01F-4152-BD86-70CA92898333}">
      <dsp:nvSpPr>
        <dsp:cNvPr id="0" name=""/>
        <dsp:cNvSpPr/>
      </dsp:nvSpPr>
      <dsp:spPr>
        <a:xfrm>
          <a:off x="5030694" y="2286479"/>
          <a:ext cx="2362083" cy="37957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Créditos bancarios</a:t>
          </a:r>
          <a:endParaRPr lang="es-ES" sz="1800" b="1" kern="1200" dirty="0"/>
        </a:p>
      </dsp:txBody>
      <dsp:txXfrm>
        <a:off x="5030694" y="2286479"/>
        <a:ext cx="2362083" cy="379578"/>
      </dsp:txXfrm>
    </dsp:sp>
    <dsp:sp modelId="{D584AF98-38D7-408A-982B-79F4EE11478C}">
      <dsp:nvSpPr>
        <dsp:cNvPr id="0" name=""/>
        <dsp:cNvSpPr/>
      </dsp:nvSpPr>
      <dsp:spPr>
        <a:xfrm>
          <a:off x="5030694" y="2760952"/>
          <a:ext cx="2356257" cy="37957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Créditos comerciales</a:t>
          </a:r>
          <a:endParaRPr lang="es-ES" sz="1800" b="1" kern="1200" dirty="0"/>
        </a:p>
      </dsp:txBody>
      <dsp:txXfrm>
        <a:off x="5030694" y="2760952"/>
        <a:ext cx="2356257" cy="379578"/>
      </dsp:txXfrm>
    </dsp:sp>
    <dsp:sp modelId="{B02F5B8E-B016-4E7B-9698-75C3A60BFF9F}">
      <dsp:nvSpPr>
        <dsp:cNvPr id="0" name=""/>
        <dsp:cNvSpPr/>
      </dsp:nvSpPr>
      <dsp:spPr>
        <a:xfrm>
          <a:off x="5030694" y="3235425"/>
          <a:ext cx="3598099" cy="33504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Descuentos de letras y pagarés</a:t>
          </a:r>
          <a:endParaRPr lang="es-ES" sz="1800" b="1" kern="1200" dirty="0"/>
        </a:p>
      </dsp:txBody>
      <dsp:txXfrm>
        <a:off x="5030694" y="3235425"/>
        <a:ext cx="3598099" cy="335046"/>
      </dsp:txXfrm>
    </dsp:sp>
    <dsp:sp modelId="{1B8CA5D2-BFDD-4AA6-AA79-1A2D4BC4701B}">
      <dsp:nvSpPr>
        <dsp:cNvPr id="0" name=""/>
        <dsp:cNvSpPr/>
      </dsp:nvSpPr>
      <dsp:spPr>
        <a:xfrm>
          <a:off x="5030694" y="3665366"/>
          <a:ext cx="1245017" cy="37957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Factoring</a:t>
          </a:r>
          <a:endParaRPr lang="es-ES" sz="1800" b="1" kern="1200" dirty="0"/>
        </a:p>
      </dsp:txBody>
      <dsp:txXfrm>
        <a:off x="5030694" y="3665366"/>
        <a:ext cx="1245017" cy="379578"/>
      </dsp:txXfrm>
    </dsp:sp>
    <dsp:sp modelId="{6B9C539E-4C78-4B80-9852-C55C2D371E04}">
      <dsp:nvSpPr>
        <dsp:cNvPr id="0" name=""/>
        <dsp:cNvSpPr/>
      </dsp:nvSpPr>
      <dsp:spPr>
        <a:xfrm>
          <a:off x="5030694" y="4139839"/>
          <a:ext cx="1237210" cy="37571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ES_tradnl" sz="1800" b="1" kern="1200" dirty="0"/>
            <a:t>FFF</a:t>
          </a:r>
          <a:endParaRPr lang="es-ES" sz="1800" b="1" kern="1200" dirty="0"/>
        </a:p>
      </dsp:txBody>
      <dsp:txXfrm>
        <a:off x="5030694" y="4139839"/>
        <a:ext cx="1237210" cy="37571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12D21E-FF2C-4471-8328-05304A41D821}">
      <dsp:nvSpPr>
        <dsp:cNvPr id="0" name=""/>
        <dsp:cNvSpPr/>
      </dsp:nvSpPr>
      <dsp:spPr>
        <a:xfrm>
          <a:off x="2984" y="364496"/>
          <a:ext cx="1615721" cy="11467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Capital</a:t>
          </a:r>
          <a:endParaRPr lang="es-ES" sz="1800" b="1" kern="1200" dirty="0"/>
        </a:p>
      </dsp:txBody>
      <dsp:txXfrm>
        <a:off x="2984" y="364496"/>
        <a:ext cx="1615721" cy="1146781"/>
      </dsp:txXfrm>
    </dsp:sp>
    <dsp:sp modelId="{1A2CD225-D542-4D7E-A5D4-0B9876C1B97E}">
      <dsp:nvSpPr>
        <dsp:cNvPr id="0" name=""/>
        <dsp:cNvSpPr/>
      </dsp:nvSpPr>
      <dsp:spPr>
        <a:xfrm>
          <a:off x="1780278" y="364496"/>
          <a:ext cx="1615721" cy="11467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Tipo de interés</a:t>
          </a:r>
          <a:endParaRPr lang="es-ES" sz="1800" b="1" kern="1200" dirty="0"/>
        </a:p>
      </dsp:txBody>
      <dsp:txXfrm>
        <a:off x="1780278" y="364496"/>
        <a:ext cx="1615721" cy="1146781"/>
      </dsp:txXfrm>
    </dsp:sp>
    <dsp:sp modelId="{7B580FDA-0186-4E9C-B5F7-30AEC24EBC67}">
      <dsp:nvSpPr>
        <dsp:cNvPr id="0" name=""/>
        <dsp:cNvSpPr/>
      </dsp:nvSpPr>
      <dsp:spPr>
        <a:xfrm>
          <a:off x="3557572" y="364496"/>
          <a:ext cx="1615721" cy="11467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Intereses del préstamo</a:t>
          </a:r>
          <a:endParaRPr lang="es-ES" sz="1800" b="1" kern="1200" dirty="0"/>
        </a:p>
      </dsp:txBody>
      <dsp:txXfrm>
        <a:off x="3557572" y="364496"/>
        <a:ext cx="1615721" cy="1146781"/>
      </dsp:txXfrm>
    </dsp:sp>
    <dsp:sp modelId="{BA1C7FB8-50E8-40C8-8425-FE2F91D90916}">
      <dsp:nvSpPr>
        <dsp:cNvPr id="0" name=""/>
        <dsp:cNvSpPr/>
      </dsp:nvSpPr>
      <dsp:spPr>
        <a:xfrm>
          <a:off x="5334866" y="364496"/>
          <a:ext cx="1615721" cy="11467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Cuota mes =</a:t>
          </a:r>
        </a:p>
        <a:p>
          <a:pPr marL="0" lvl="0" indent="0" algn="ctr" defTabSz="800100">
            <a:lnSpc>
              <a:spcPct val="90000"/>
            </a:lnSpc>
            <a:spcBef>
              <a:spcPct val="0"/>
            </a:spcBef>
            <a:spcAft>
              <a:spcPct val="35000"/>
            </a:spcAft>
            <a:buNone/>
          </a:pPr>
          <a:r>
            <a:rPr lang="es-ES_tradnl" sz="1800" b="1" kern="1200" dirty="0"/>
            <a:t>Capital +</a:t>
          </a:r>
        </a:p>
        <a:p>
          <a:pPr marL="0" lvl="0" indent="0" algn="ctr" defTabSz="800100">
            <a:lnSpc>
              <a:spcPct val="90000"/>
            </a:lnSpc>
            <a:spcBef>
              <a:spcPct val="0"/>
            </a:spcBef>
            <a:spcAft>
              <a:spcPct val="35000"/>
            </a:spcAft>
            <a:buNone/>
          </a:pPr>
          <a:r>
            <a:rPr lang="es-ES_tradnl" sz="1800" b="1" kern="1200" dirty="0"/>
            <a:t>intereses</a:t>
          </a:r>
          <a:endParaRPr lang="es-ES" sz="1800" b="1" kern="1200" dirty="0"/>
        </a:p>
      </dsp:txBody>
      <dsp:txXfrm>
        <a:off x="5334866" y="364496"/>
        <a:ext cx="1615721" cy="1146781"/>
      </dsp:txXfrm>
    </dsp:sp>
    <dsp:sp modelId="{E195CFBA-1F96-497D-BE98-8955968F38AA}">
      <dsp:nvSpPr>
        <dsp:cNvPr id="0" name=""/>
        <dsp:cNvSpPr/>
      </dsp:nvSpPr>
      <dsp:spPr>
        <a:xfrm>
          <a:off x="7112160" y="364496"/>
          <a:ext cx="1615721" cy="11467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Comisión apertura y estudio</a:t>
          </a:r>
          <a:endParaRPr lang="es-ES" sz="1800" b="1" kern="1200" dirty="0"/>
        </a:p>
      </dsp:txBody>
      <dsp:txXfrm>
        <a:off x="7112160" y="364496"/>
        <a:ext cx="1615721" cy="1146781"/>
      </dsp:txXfrm>
    </dsp:sp>
    <dsp:sp modelId="{BD8BF876-7A78-4C41-8EA5-81FF3851F0A6}">
      <dsp:nvSpPr>
        <dsp:cNvPr id="0" name=""/>
        <dsp:cNvSpPr/>
      </dsp:nvSpPr>
      <dsp:spPr>
        <a:xfrm>
          <a:off x="2984" y="1672850"/>
          <a:ext cx="1615721" cy="11467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T.A.E.</a:t>
          </a:r>
        </a:p>
        <a:p>
          <a:pPr marL="0" lvl="0" indent="0" algn="ctr" defTabSz="800100">
            <a:lnSpc>
              <a:spcPct val="90000"/>
            </a:lnSpc>
            <a:spcBef>
              <a:spcPct val="0"/>
            </a:spcBef>
            <a:spcAft>
              <a:spcPct val="35000"/>
            </a:spcAft>
            <a:buNone/>
          </a:pPr>
          <a:r>
            <a:rPr lang="es-ES_tradnl" sz="1800" b="1" kern="1200" dirty="0"/>
            <a:t>(tipo interés real)</a:t>
          </a:r>
          <a:endParaRPr lang="es-ES" sz="1800" b="1" kern="1200" dirty="0"/>
        </a:p>
      </dsp:txBody>
      <dsp:txXfrm>
        <a:off x="2984" y="1672850"/>
        <a:ext cx="1615721" cy="1146781"/>
      </dsp:txXfrm>
    </dsp:sp>
    <dsp:sp modelId="{D9A1919D-A503-4352-A023-C84F351FD38D}">
      <dsp:nvSpPr>
        <dsp:cNvPr id="0" name=""/>
        <dsp:cNvSpPr/>
      </dsp:nvSpPr>
      <dsp:spPr>
        <a:xfrm>
          <a:off x="1780278" y="1672850"/>
          <a:ext cx="1615721" cy="11467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Comisión de cancelación o amortización anticipada</a:t>
          </a:r>
          <a:endParaRPr lang="es-ES" sz="1800" b="1" kern="1200" dirty="0"/>
        </a:p>
      </dsp:txBody>
      <dsp:txXfrm>
        <a:off x="1780278" y="1672850"/>
        <a:ext cx="1615721" cy="1146781"/>
      </dsp:txXfrm>
    </dsp:sp>
    <dsp:sp modelId="{22E098D1-C608-4D15-B695-0496E8A1FCD6}">
      <dsp:nvSpPr>
        <dsp:cNvPr id="0" name=""/>
        <dsp:cNvSpPr/>
      </dsp:nvSpPr>
      <dsp:spPr>
        <a:xfrm>
          <a:off x="3557572" y="1672850"/>
          <a:ext cx="1615721" cy="11467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Plazo de devolución</a:t>
          </a:r>
          <a:endParaRPr lang="es-ES" sz="1800" b="1" kern="1200" dirty="0"/>
        </a:p>
      </dsp:txBody>
      <dsp:txXfrm>
        <a:off x="3557572" y="1672850"/>
        <a:ext cx="1615721" cy="1146781"/>
      </dsp:txXfrm>
    </dsp:sp>
    <dsp:sp modelId="{C7C200E3-A4CC-4DC5-A128-AC4D45552AD6}">
      <dsp:nvSpPr>
        <dsp:cNvPr id="0" name=""/>
        <dsp:cNvSpPr/>
      </dsp:nvSpPr>
      <dsp:spPr>
        <a:xfrm>
          <a:off x="5334866" y="1672850"/>
          <a:ext cx="1615721" cy="11467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Avalista</a:t>
          </a:r>
          <a:endParaRPr lang="es-ES" sz="1800" b="1" kern="1200" dirty="0"/>
        </a:p>
      </dsp:txBody>
      <dsp:txXfrm>
        <a:off x="5334866" y="1672850"/>
        <a:ext cx="1615721" cy="1146781"/>
      </dsp:txXfrm>
    </dsp:sp>
    <dsp:sp modelId="{B1EF2C00-3CCD-4C7D-908A-F9BF015EF505}">
      <dsp:nvSpPr>
        <dsp:cNvPr id="0" name=""/>
        <dsp:cNvSpPr/>
      </dsp:nvSpPr>
      <dsp:spPr>
        <a:xfrm>
          <a:off x="7112160" y="1672850"/>
          <a:ext cx="1615721" cy="11467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Seguros de vida</a:t>
          </a:r>
          <a:endParaRPr lang="es-ES" sz="1800" b="1" kern="1200" dirty="0"/>
        </a:p>
      </dsp:txBody>
      <dsp:txXfrm>
        <a:off x="7112160" y="1672850"/>
        <a:ext cx="1615721" cy="114678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8E84F-2245-4FFC-B811-0E7B1C644C44}">
      <dsp:nvSpPr>
        <dsp:cNvPr id="0" name=""/>
        <dsp:cNvSpPr/>
      </dsp:nvSpPr>
      <dsp:spPr>
        <a:xfrm>
          <a:off x="222096" y="483497"/>
          <a:ext cx="1388484" cy="51896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Leasing</a:t>
          </a:r>
          <a:endParaRPr lang="es-ES" sz="1800" b="1" kern="1200" dirty="0"/>
        </a:p>
      </dsp:txBody>
      <dsp:txXfrm>
        <a:off x="237296" y="498697"/>
        <a:ext cx="1358084" cy="488569"/>
      </dsp:txXfrm>
    </dsp:sp>
    <dsp:sp modelId="{046F87F7-C0A3-471D-9982-D39201E45A99}">
      <dsp:nvSpPr>
        <dsp:cNvPr id="0" name=""/>
        <dsp:cNvSpPr/>
      </dsp:nvSpPr>
      <dsp:spPr>
        <a:xfrm rot="26054">
          <a:off x="2000312" y="448545"/>
          <a:ext cx="826279" cy="6115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s-ES" sz="1800" kern="1200" dirty="0"/>
        </a:p>
      </dsp:txBody>
      <dsp:txXfrm>
        <a:off x="2000315" y="570163"/>
        <a:ext cx="642809" cy="366941"/>
      </dsp:txXfrm>
    </dsp:sp>
    <dsp:sp modelId="{BF2040CD-8782-4FBD-A54A-F2D2D0B1750C}">
      <dsp:nvSpPr>
        <dsp:cNvPr id="0" name=""/>
        <dsp:cNvSpPr/>
      </dsp:nvSpPr>
      <dsp:spPr>
        <a:xfrm>
          <a:off x="3169554" y="53119"/>
          <a:ext cx="5739755" cy="145738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ES_tradnl" sz="1800" kern="1200" dirty="0"/>
            <a:t>- Contrato de alquiler de un activo con opción a compra</a:t>
          </a:r>
        </a:p>
        <a:p>
          <a:pPr marL="0" lvl="0" indent="0" algn="l" defTabSz="800100">
            <a:lnSpc>
              <a:spcPct val="90000"/>
            </a:lnSpc>
            <a:spcBef>
              <a:spcPct val="0"/>
            </a:spcBef>
            <a:spcAft>
              <a:spcPct val="35000"/>
            </a:spcAft>
            <a:buNone/>
          </a:pPr>
          <a:r>
            <a:rPr lang="es-ES_tradnl" sz="1800" kern="1200" dirty="0"/>
            <a:t>- 3 opciones (devolverlo, comprarlo o renovar contrato)</a:t>
          </a:r>
        </a:p>
        <a:p>
          <a:pPr marL="0" lvl="0" indent="0" algn="l" defTabSz="800100">
            <a:lnSpc>
              <a:spcPct val="90000"/>
            </a:lnSpc>
            <a:spcBef>
              <a:spcPct val="0"/>
            </a:spcBef>
            <a:spcAft>
              <a:spcPct val="35000"/>
            </a:spcAft>
            <a:buNone/>
          </a:pPr>
          <a:r>
            <a:rPr lang="es-ES_tradnl" sz="1800" kern="1200" dirty="0"/>
            <a:t>- No cubre mantenimiento, reparaciones o seguros</a:t>
          </a:r>
        </a:p>
      </dsp:txBody>
      <dsp:txXfrm>
        <a:off x="3212239" y="95804"/>
        <a:ext cx="5654385" cy="137201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88E84F-2245-4FFC-B811-0E7B1C644C44}">
      <dsp:nvSpPr>
        <dsp:cNvPr id="0" name=""/>
        <dsp:cNvSpPr/>
      </dsp:nvSpPr>
      <dsp:spPr>
        <a:xfrm>
          <a:off x="185047" y="542636"/>
          <a:ext cx="1113228" cy="41608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Renting</a:t>
          </a:r>
          <a:endParaRPr lang="es-ES" sz="1800" b="1" kern="1200" dirty="0"/>
        </a:p>
      </dsp:txBody>
      <dsp:txXfrm>
        <a:off x="197234" y="554823"/>
        <a:ext cx="1088854" cy="391713"/>
      </dsp:txXfrm>
    </dsp:sp>
    <dsp:sp modelId="{046F87F7-C0A3-471D-9982-D39201E45A99}">
      <dsp:nvSpPr>
        <dsp:cNvPr id="0" name=""/>
        <dsp:cNvSpPr/>
      </dsp:nvSpPr>
      <dsp:spPr>
        <a:xfrm rot="21474">
          <a:off x="1610749" y="528561"/>
          <a:ext cx="662469" cy="4592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s-ES" sz="1800" kern="1200" dirty="0"/>
        </a:p>
      </dsp:txBody>
      <dsp:txXfrm>
        <a:off x="1610750" y="619977"/>
        <a:ext cx="524700" cy="275539"/>
      </dsp:txXfrm>
    </dsp:sp>
    <dsp:sp modelId="{BF2040CD-8782-4FBD-A54A-F2D2D0B1750C}">
      <dsp:nvSpPr>
        <dsp:cNvPr id="0" name=""/>
        <dsp:cNvSpPr/>
      </dsp:nvSpPr>
      <dsp:spPr>
        <a:xfrm>
          <a:off x="2548195" y="2"/>
          <a:ext cx="6354290" cy="156361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s-ES_tradnl" sz="1800" kern="1200" dirty="0"/>
            <a:t>- Contrato de alquiler de un activo mueble de la empresa que incluye además mantenimiento, reparaciones y seguros</a:t>
          </a:r>
        </a:p>
        <a:p>
          <a:pPr marL="0" lvl="0" indent="0" algn="l" defTabSz="800100">
            <a:lnSpc>
              <a:spcPct val="90000"/>
            </a:lnSpc>
            <a:spcBef>
              <a:spcPct val="0"/>
            </a:spcBef>
            <a:spcAft>
              <a:spcPct val="35000"/>
            </a:spcAft>
            <a:buNone/>
          </a:pPr>
          <a:r>
            <a:rPr lang="es-ES_tradnl" sz="1800" kern="1200" dirty="0"/>
            <a:t>- No tiene opción de comprar</a:t>
          </a:r>
        </a:p>
        <a:p>
          <a:pPr marL="0" lvl="0" indent="0" algn="l" defTabSz="800100">
            <a:lnSpc>
              <a:spcPct val="90000"/>
            </a:lnSpc>
            <a:spcBef>
              <a:spcPct val="0"/>
            </a:spcBef>
            <a:spcAft>
              <a:spcPct val="35000"/>
            </a:spcAft>
            <a:buNone/>
          </a:pPr>
          <a:r>
            <a:rPr lang="es-ES_tradnl" sz="1800" kern="1200" dirty="0"/>
            <a:t>- Tanto particulares como empresas</a:t>
          </a:r>
        </a:p>
      </dsp:txBody>
      <dsp:txXfrm>
        <a:off x="2593992" y="45799"/>
        <a:ext cx="6262696" cy="147202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748599-449C-4007-9EFC-79BB67EFED24}">
      <dsp:nvSpPr>
        <dsp:cNvPr id="0" name=""/>
        <dsp:cNvSpPr/>
      </dsp:nvSpPr>
      <dsp:spPr>
        <a:xfrm>
          <a:off x="4964389" y="108178"/>
          <a:ext cx="3928753" cy="78462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s-ES_tradnl" sz="1800" kern="1200" dirty="0"/>
            <a:t>El banco anticipa el valor de la letra o el pagaré menos los interese y los gastos</a:t>
          </a:r>
          <a:endParaRPr lang="es-ES" sz="1800" kern="1200" dirty="0"/>
        </a:p>
      </dsp:txBody>
      <dsp:txXfrm>
        <a:off x="4987370" y="131159"/>
        <a:ext cx="3882791" cy="738665"/>
      </dsp:txXfrm>
    </dsp:sp>
    <dsp:sp modelId="{50AB4AFF-EB18-45FD-9B4A-14D59E15E3BF}">
      <dsp:nvSpPr>
        <dsp:cNvPr id="0" name=""/>
        <dsp:cNvSpPr/>
      </dsp:nvSpPr>
      <dsp:spPr>
        <a:xfrm rot="5623147">
          <a:off x="6757905" y="1056007"/>
          <a:ext cx="257235" cy="188710"/>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s-ES" sz="800" kern="1200" dirty="0"/>
        </a:p>
      </dsp:txBody>
      <dsp:txXfrm rot="10800000">
        <a:off x="6814518" y="1093749"/>
        <a:ext cx="144009" cy="113226"/>
      </dsp:txXfrm>
    </dsp:sp>
    <dsp:sp modelId="{B9DCFC26-E6DB-4198-BA1C-498DC3AEF5F9}">
      <dsp:nvSpPr>
        <dsp:cNvPr id="0" name=""/>
        <dsp:cNvSpPr/>
      </dsp:nvSpPr>
      <dsp:spPr>
        <a:xfrm>
          <a:off x="5026523" y="1407921"/>
          <a:ext cx="3625565" cy="93767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s-ES_tradnl" sz="1800" kern="1200" dirty="0"/>
            <a:t>Cuando llega el vencimiento el banco gestiona el cobro al cliente</a:t>
          </a:r>
          <a:endParaRPr lang="es-ES" sz="1800" kern="1200" dirty="0"/>
        </a:p>
      </dsp:txBody>
      <dsp:txXfrm>
        <a:off x="5053986" y="1435384"/>
        <a:ext cx="3570639" cy="882745"/>
      </dsp:txXfrm>
    </dsp:sp>
    <dsp:sp modelId="{292380B6-8F79-4BE4-9C4B-22D2B14D740D}">
      <dsp:nvSpPr>
        <dsp:cNvPr id="0" name=""/>
        <dsp:cNvSpPr/>
      </dsp:nvSpPr>
      <dsp:spPr>
        <a:xfrm rot="10771176">
          <a:off x="4737139" y="1798949"/>
          <a:ext cx="257235" cy="188710"/>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s-ES" sz="800" kern="1200" dirty="0"/>
        </a:p>
      </dsp:txBody>
      <dsp:txXfrm rot="10800000">
        <a:off x="4793752" y="1836691"/>
        <a:ext cx="144009" cy="113226"/>
      </dsp:txXfrm>
    </dsp:sp>
    <dsp:sp modelId="{E2275C41-9B40-4EFB-B415-6385A1B979A7}">
      <dsp:nvSpPr>
        <dsp:cNvPr id="0" name=""/>
        <dsp:cNvSpPr/>
      </dsp:nvSpPr>
      <dsp:spPr>
        <a:xfrm>
          <a:off x="125432" y="1223232"/>
          <a:ext cx="4579557" cy="138123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kern="1200" dirty="0"/>
            <a:t>En caso de que el cliente no pague al banco, el banco nos devolverá la letra o el pagará y nos lo cobrará en la cuenta junto con los gastos de gestión de impagados</a:t>
          </a:r>
          <a:endParaRPr lang="es-ES" sz="1800" kern="1200" dirty="0"/>
        </a:p>
      </dsp:txBody>
      <dsp:txXfrm>
        <a:off x="165887" y="1263687"/>
        <a:ext cx="4498647" cy="1300328"/>
      </dsp:txXfrm>
    </dsp:sp>
    <dsp:sp modelId="{ED76C0C0-70EB-481F-9074-58231F372547}">
      <dsp:nvSpPr>
        <dsp:cNvPr id="0" name=""/>
        <dsp:cNvSpPr/>
      </dsp:nvSpPr>
      <dsp:spPr>
        <a:xfrm rot="15502041">
          <a:off x="1490673" y="935556"/>
          <a:ext cx="415841" cy="25037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ES" sz="1000" kern="1200" dirty="0"/>
        </a:p>
      </dsp:txBody>
      <dsp:txXfrm rot="10800000">
        <a:off x="1565785" y="985631"/>
        <a:ext cx="265617" cy="150223"/>
      </dsp:txXfrm>
    </dsp:sp>
    <dsp:sp modelId="{3D197129-DB1C-4C8D-AFE6-56988B72BC11}">
      <dsp:nvSpPr>
        <dsp:cNvPr id="0" name=""/>
        <dsp:cNvSpPr/>
      </dsp:nvSpPr>
      <dsp:spPr>
        <a:xfrm>
          <a:off x="3990" y="15333"/>
          <a:ext cx="4206730" cy="80617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_tradnl" sz="1800" kern="1200" dirty="0"/>
            <a:t>Empresa acude al banco para descontar la letra o pagaré </a:t>
          </a:r>
          <a:r>
            <a:rPr lang="es-ES_tradnl" sz="1800" kern="1200" dirty="0">
              <a:sym typeface="Wingdings" panose="05000000000000000000" pitchFamily="2" charset="2"/>
            </a:rPr>
            <a:t> tener abierta línea de descuento</a:t>
          </a:r>
          <a:endParaRPr lang="es-ES" sz="1800" kern="1200" dirty="0"/>
        </a:p>
      </dsp:txBody>
      <dsp:txXfrm>
        <a:off x="27602" y="38945"/>
        <a:ext cx="4159506" cy="758948"/>
      </dsp:txXfrm>
    </dsp:sp>
    <dsp:sp modelId="{82261584-84B8-46AE-ABCB-E0FE36C528DC}">
      <dsp:nvSpPr>
        <dsp:cNvPr id="0" name=""/>
        <dsp:cNvSpPr/>
      </dsp:nvSpPr>
      <dsp:spPr>
        <a:xfrm rot="58513">
          <a:off x="4409630" y="333900"/>
          <a:ext cx="355849" cy="253476"/>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s-ES" sz="1000" kern="1200" dirty="0"/>
        </a:p>
      </dsp:txBody>
      <dsp:txXfrm>
        <a:off x="4485673" y="384595"/>
        <a:ext cx="203763" cy="15208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64F16B-50B6-47A1-894B-3935404D8346}">
      <dsp:nvSpPr>
        <dsp:cNvPr id="0" name=""/>
        <dsp:cNvSpPr/>
      </dsp:nvSpPr>
      <dsp:spPr>
        <a:xfrm>
          <a:off x="0" y="26386"/>
          <a:ext cx="2320763" cy="305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None/>
          </a:pPr>
          <a:r>
            <a:rPr lang="es-ES_tradnl" sz="1600" kern="1200" dirty="0"/>
            <a:t>Tipo de ayuda</a:t>
          </a:r>
          <a:endParaRPr lang="es-ES" sz="1600" kern="1200" dirty="0"/>
        </a:p>
      </dsp:txBody>
      <dsp:txXfrm>
        <a:off x="0" y="26386"/>
        <a:ext cx="2320763" cy="305662"/>
      </dsp:txXfrm>
    </dsp:sp>
    <dsp:sp modelId="{B8FCFA79-00CE-426D-8298-A8C453D62A16}">
      <dsp:nvSpPr>
        <dsp:cNvPr id="0" name=""/>
        <dsp:cNvSpPr/>
      </dsp:nvSpPr>
      <dsp:spPr>
        <a:xfrm>
          <a:off x="2320762" y="2506"/>
          <a:ext cx="464152" cy="35342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2A4493-0AD1-4AD1-BC88-AB62589276F7}">
      <dsp:nvSpPr>
        <dsp:cNvPr id="0" name=""/>
        <dsp:cNvSpPr/>
      </dsp:nvSpPr>
      <dsp:spPr>
        <a:xfrm>
          <a:off x="2970576" y="2506"/>
          <a:ext cx="6312475" cy="35342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_tradnl" sz="1600" kern="1200" dirty="0"/>
            <a:t>Reducción del tipo de interés en el préstamo solicitado a un banco</a:t>
          </a:r>
          <a:endParaRPr lang="es-ES" sz="1600" kern="1200" dirty="0"/>
        </a:p>
      </dsp:txBody>
      <dsp:txXfrm>
        <a:off x="2970576" y="2506"/>
        <a:ext cx="6312475" cy="353422"/>
      </dsp:txXfrm>
    </dsp:sp>
    <dsp:sp modelId="{FD9B0968-E1FE-4B1A-B6E5-7B91C736DFD3}">
      <dsp:nvSpPr>
        <dsp:cNvPr id="0" name=""/>
        <dsp:cNvSpPr/>
      </dsp:nvSpPr>
      <dsp:spPr>
        <a:xfrm>
          <a:off x="0" y="426608"/>
          <a:ext cx="2320763" cy="305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None/>
          </a:pPr>
          <a:r>
            <a:rPr lang="es-ES_tradnl" sz="1600" kern="1200" dirty="0"/>
            <a:t>Dirigido a</a:t>
          </a:r>
          <a:endParaRPr lang="es-ES" sz="1600" kern="1200" dirty="0"/>
        </a:p>
      </dsp:txBody>
      <dsp:txXfrm>
        <a:off x="0" y="426608"/>
        <a:ext cx="2320763" cy="305662"/>
      </dsp:txXfrm>
    </dsp:sp>
    <dsp:sp modelId="{8F0EEE2C-DBE2-4A99-9F6B-A037F789C7CB}">
      <dsp:nvSpPr>
        <dsp:cNvPr id="0" name=""/>
        <dsp:cNvSpPr/>
      </dsp:nvSpPr>
      <dsp:spPr>
        <a:xfrm>
          <a:off x="2320762" y="402728"/>
          <a:ext cx="464152" cy="35342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B800EA-BE82-49A0-B231-A4FC89A78437}">
      <dsp:nvSpPr>
        <dsp:cNvPr id="0" name=""/>
        <dsp:cNvSpPr/>
      </dsp:nvSpPr>
      <dsp:spPr>
        <a:xfrm>
          <a:off x="2970576" y="402728"/>
          <a:ext cx="6312475" cy="35342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_tradnl" sz="1600" kern="1200" dirty="0"/>
            <a:t>Autónomos, empresas, particulares y comunidades de propietarios</a:t>
          </a:r>
          <a:endParaRPr lang="es-ES" sz="1600" kern="1200" dirty="0"/>
        </a:p>
      </dsp:txBody>
      <dsp:txXfrm>
        <a:off x="2970576" y="402728"/>
        <a:ext cx="6312475" cy="353422"/>
      </dsp:txXfrm>
    </dsp:sp>
    <dsp:sp modelId="{0C6E9586-0904-4E0E-B045-8FC3B182FE7F}">
      <dsp:nvSpPr>
        <dsp:cNvPr id="0" name=""/>
        <dsp:cNvSpPr/>
      </dsp:nvSpPr>
      <dsp:spPr>
        <a:xfrm>
          <a:off x="0" y="826831"/>
          <a:ext cx="2320763" cy="305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None/>
          </a:pPr>
          <a:r>
            <a:rPr lang="es-ES_tradnl" sz="1600" kern="1200" dirty="0"/>
            <a:t>Importe máx.</a:t>
          </a:r>
          <a:endParaRPr lang="es-ES" sz="1600" kern="1200" dirty="0"/>
        </a:p>
      </dsp:txBody>
      <dsp:txXfrm>
        <a:off x="0" y="826831"/>
        <a:ext cx="2320763" cy="305662"/>
      </dsp:txXfrm>
    </dsp:sp>
    <dsp:sp modelId="{99D7E933-1C5D-4C09-B3B7-AF432CF0A776}">
      <dsp:nvSpPr>
        <dsp:cNvPr id="0" name=""/>
        <dsp:cNvSpPr/>
      </dsp:nvSpPr>
      <dsp:spPr>
        <a:xfrm>
          <a:off x="2320762" y="802951"/>
          <a:ext cx="464152" cy="35342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081939-553F-4199-823A-6B69CBDCD0CD}">
      <dsp:nvSpPr>
        <dsp:cNvPr id="0" name=""/>
        <dsp:cNvSpPr/>
      </dsp:nvSpPr>
      <dsp:spPr>
        <a:xfrm>
          <a:off x="2970576" y="802951"/>
          <a:ext cx="6312475" cy="35342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_tradnl" sz="1600" kern="1200" dirty="0"/>
            <a:t>Máx. 12,5 millones</a:t>
          </a:r>
          <a:endParaRPr lang="es-ES" sz="1600" kern="1200" dirty="0"/>
        </a:p>
      </dsp:txBody>
      <dsp:txXfrm>
        <a:off x="2970576" y="802951"/>
        <a:ext cx="6312475" cy="353422"/>
      </dsp:txXfrm>
    </dsp:sp>
    <dsp:sp modelId="{C009FC99-15FA-4DE6-8BFD-10332ABABB1B}">
      <dsp:nvSpPr>
        <dsp:cNvPr id="0" name=""/>
        <dsp:cNvSpPr/>
      </dsp:nvSpPr>
      <dsp:spPr>
        <a:xfrm>
          <a:off x="0" y="1470628"/>
          <a:ext cx="2320763" cy="305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None/>
          </a:pPr>
          <a:r>
            <a:rPr lang="es-ES_tradnl" sz="1600" kern="1200" dirty="0"/>
            <a:t>Conceptos financieros</a:t>
          </a:r>
          <a:endParaRPr lang="es-ES" sz="1600" kern="1200" dirty="0"/>
        </a:p>
      </dsp:txBody>
      <dsp:txXfrm>
        <a:off x="0" y="1470628"/>
        <a:ext cx="2320763" cy="305662"/>
      </dsp:txXfrm>
    </dsp:sp>
    <dsp:sp modelId="{6A563B94-D45C-4FEB-BFDA-5AFF81882257}">
      <dsp:nvSpPr>
        <dsp:cNvPr id="0" name=""/>
        <dsp:cNvSpPr/>
      </dsp:nvSpPr>
      <dsp:spPr>
        <a:xfrm>
          <a:off x="2320762" y="1203173"/>
          <a:ext cx="464152" cy="840571"/>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1975E5-0874-4ED0-B91A-7AED68950391}">
      <dsp:nvSpPr>
        <dsp:cNvPr id="0" name=""/>
        <dsp:cNvSpPr/>
      </dsp:nvSpPr>
      <dsp:spPr>
        <a:xfrm>
          <a:off x="2970576" y="1203173"/>
          <a:ext cx="6312475" cy="84057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_tradnl" sz="1600" kern="1200" dirty="0"/>
            <a:t>Inversiones: activos fijos productivos, vehículos turismos &lt; 30.000€, adquisición de empresas, rehabilitación de viviendas</a:t>
          </a:r>
          <a:endParaRPr lang="es-ES" sz="1600" kern="1200" dirty="0"/>
        </a:p>
        <a:p>
          <a:pPr marL="171450" lvl="1" indent="-171450" algn="l" defTabSz="711200">
            <a:lnSpc>
              <a:spcPct val="90000"/>
            </a:lnSpc>
            <a:spcBef>
              <a:spcPct val="0"/>
            </a:spcBef>
            <a:spcAft>
              <a:spcPct val="15000"/>
            </a:spcAft>
            <a:buChar char="•"/>
          </a:pPr>
          <a:r>
            <a:rPr lang="es-ES_tradnl" sz="1600" kern="1200" dirty="0"/>
            <a:t>Liquidez: para cubrir necesidades de circulante</a:t>
          </a:r>
          <a:endParaRPr lang="es-ES" sz="1600" kern="1200" dirty="0"/>
        </a:p>
      </dsp:txBody>
      <dsp:txXfrm>
        <a:off x="2970576" y="1203173"/>
        <a:ext cx="6312475" cy="840571"/>
      </dsp:txXfrm>
    </dsp:sp>
    <dsp:sp modelId="{6D851499-684D-4C3D-83A8-6AA9A197C8F9}">
      <dsp:nvSpPr>
        <dsp:cNvPr id="0" name=""/>
        <dsp:cNvSpPr/>
      </dsp:nvSpPr>
      <dsp:spPr>
        <a:xfrm>
          <a:off x="0" y="2114425"/>
          <a:ext cx="2320763" cy="305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None/>
          </a:pPr>
          <a:r>
            <a:rPr lang="es-ES_tradnl" sz="1600" kern="1200" dirty="0"/>
            <a:t>Tipos de interés</a:t>
          </a:r>
          <a:endParaRPr lang="es-ES" sz="1600" kern="1200" dirty="0"/>
        </a:p>
      </dsp:txBody>
      <dsp:txXfrm>
        <a:off x="0" y="2114425"/>
        <a:ext cx="2320763" cy="305662"/>
      </dsp:txXfrm>
    </dsp:sp>
    <dsp:sp modelId="{E8F9E3E2-511D-40C1-87E4-E91B56428FBC}">
      <dsp:nvSpPr>
        <dsp:cNvPr id="0" name=""/>
        <dsp:cNvSpPr/>
      </dsp:nvSpPr>
      <dsp:spPr>
        <a:xfrm>
          <a:off x="2320762" y="2090545"/>
          <a:ext cx="464152" cy="35342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8ADDCD-65B9-4388-B69A-811DE3D841B7}">
      <dsp:nvSpPr>
        <dsp:cNvPr id="0" name=""/>
        <dsp:cNvSpPr/>
      </dsp:nvSpPr>
      <dsp:spPr>
        <a:xfrm>
          <a:off x="2970576" y="2090545"/>
          <a:ext cx="6312475" cy="35342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_tradnl" sz="1600" kern="1200" dirty="0"/>
            <a:t>Fijo o variable (Euribor a 6 meses), más un diferencial </a:t>
          </a:r>
          <a:r>
            <a:rPr lang="es-ES_tradnl" sz="1600" kern="1200"/>
            <a:t>(suele ser 2-4%)</a:t>
          </a:r>
          <a:endParaRPr lang="es-ES" sz="1600" kern="1200" dirty="0"/>
        </a:p>
      </dsp:txBody>
      <dsp:txXfrm>
        <a:off x="2970576" y="2090545"/>
        <a:ext cx="6312475" cy="353422"/>
      </dsp:txXfrm>
    </dsp:sp>
    <dsp:sp modelId="{7B436C41-E123-47E2-BD3F-90F16A67A925}">
      <dsp:nvSpPr>
        <dsp:cNvPr id="0" name=""/>
        <dsp:cNvSpPr/>
      </dsp:nvSpPr>
      <dsp:spPr>
        <a:xfrm>
          <a:off x="0" y="2643598"/>
          <a:ext cx="2320763" cy="305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None/>
          </a:pPr>
          <a:r>
            <a:rPr lang="es-ES_tradnl" sz="1600" kern="1200" dirty="0"/>
            <a:t>Amortización -carencia</a:t>
          </a:r>
          <a:endParaRPr lang="es-ES" sz="1600" kern="1200" dirty="0"/>
        </a:p>
      </dsp:txBody>
      <dsp:txXfrm>
        <a:off x="0" y="2643598"/>
        <a:ext cx="2320763" cy="305662"/>
      </dsp:txXfrm>
    </dsp:sp>
    <dsp:sp modelId="{6F27BABC-87F1-482C-B469-52133303DABD}">
      <dsp:nvSpPr>
        <dsp:cNvPr id="0" name=""/>
        <dsp:cNvSpPr/>
      </dsp:nvSpPr>
      <dsp:spPr>
        <a:xfrm>
          <a:off x="2320762" y="2490767"/>
          <a:ext cx="464152" cy="611325"/>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48F98D-8FC3-41F6-B729-3FEF12982B00}">
      <dsp:nvSpPr>
        <dsp:cNvPr id="0" name=""/>
        <dsp:cNvSpPr/>
      </dsp:nvSpPr>
      <dsp:spPr>
        <a:xfrm>
          <a:off x="2970576" y="2490767"/>
          <a:ext cx="6312475" cy="61132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_tradnl" sz="1600" kern="1200" dirty="0"/>
            <a:t>De 1 a 20 años de amortización si financia inversión</a:t>
          </a:r>
          <a:endParaRPr lang="es-ES" sz="1600" kern="1200" dirty="0"/>
        </a:p>
        <a:p>
          <a:pPr marL="171450" lvl="1" indent="-171450" algn="l" defTabSz="711200">
            <a:lnSpc>
              <a:spcPct val="90000"/>
            </a:lnSpc>
            <a:spcBef>
              <a:spcPct val="0"/>
            </a:spcBef>
            <a:spcAft>
              <a:spcPct val="15000"/>
            </a:spcAft>
            <a:buChar char="•"/>
          </a:pPr>
          <a:r>
            <a:rPr lang="es-ES_tradnl" sz="1600" kern="1200" dirty="0"/>
            <a:t>De 1 a 4 años de amortización si financia solo liquidez</a:t>
          </a:r>
          <a:endParaRPr lang="es-ES" sz="1600" kern="1200" dirty="0"/>
        </a:p>
      </dsp:txBody>
      <dsp:txXfrm>
        <a:off x="2970576" y="2490767"/>
        <a:ext cx="6312475" cy="611325"/>
      </dsp:txXfrm>
    </dsp:sp>
    <dsp:sp modelId="{762F7821-B6E7-43C7-94A1-B21834B15C4C}">
      <dsp:nvSpPr>
        <dsp:cNvPr id="0" name=""/>
        <dsp:cNvSpPr/>
      </dsp:nvSpPr>
      <dsp:spPr>
        <a:xfrm>
          <a:off x="0" y="3172772"/>
          <a:ext cx="2320763" cy="305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None/>
          </a:pPr>
          <a:r>
            <a:rPr lang="es-ES_tradnl" sz="1600" kern="1200" dirty="0"/>
            <a:t>Comisiones</a:t>
          </a:r>
          <a:endParaRPr lang="es-ES" sz="1600" kern="1200" dirty="0"/>
        </a:p>
      </dsp:txBody>
      <dsp:txXfrm>
        <a:off x="0" y="3172772"/>
        <a:ext cx="2320763" cy="305662"/>
      </dsp:txXfrm>
    </dsp:sp>
    <dsp:sp modelId="{0C63057A-6FFC-4013-B57E-C01026A2FCBA}">
      <dsp:nvSpPr>
        <dsp:cNvPr id="0" name=""/>
        <dsp:cNvSpPr/>
      </dsp:nvSpPr>
      <dsp:spPr>
        <a:xfrm>
          <a:off x="2320762" y="3148892"/>
          <a:ext cx="464152" cy="35342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46482D-D943-4C97-AF19-DA6C6CBD55B8}">
      <dsp:nvSpPr>
        <dsp:cNvPr id="0" name=""/>
        <dsp:cNvSpPr/>
      </dsp:nvSpPr>
      <dsp:spPr>
        <a:xfrm>
          <a:off x="2970576" y="3148892"/>
          <a:ext cx="6312475" cy="35342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_tradnl" sz="1600" kern="1200" dirty="0"/>
            <a:t>Solo pueden cobrar 1 comisión al inicio </a:t>
          </a:r>
          <a:r>
            <a:rPr lang="es-ES_tradnl" sz="1600" kern="1200"/>
            <a:t>y por </a:t>
          </a:r>
          <a:r>
            <a:rPr lang="es-ES_tradnl" sz="1600" kern="1200" dirty="0"/>
            <a:t>cancelación anticipada</a:t>
          </a:r>
          <a:endParaRPr lang="es-ES" sz="1600" kern="1200" dirty="0"/>
        </a:p>
      </dsp:txBody>
      <dsp:txXfrm>
        <a:off x="2970576" y="3148892"/>
        <a:ext cx="6312475" cy="353422"/>
      </dsp:txXfrm>
    </dsp:sp>
    <dsp:sp modelId="{9429795C-2909-4220-AC57-037B01FE1EF3}">
      <dsp:nvSpPr>
        <dsp:cNvPr id="0" name=""/>
        <dsp:cNvSpPr/>
      </dsp:nvSpPr>
      <dsp:spPr>
        <a:xfrm>
          <a:off x="0" y="3572994"/>
          <a:ext cx="2320763" cy="305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None/>
          </a:pPr>
          <a:r>
            <a:rPr lang="es-ES_tradnl" sz="1600" kern="1200" dirty="0"/>
            <a:t>Garantías</a:t>
          </a:r>
          <a:endParaRPr lang="es-ES" sz="1600" kern="1200" dirty="0"/>
        </a:p>
      </dsp:txBody>
      <dsp:txXfrm>
        <a:off x="0" y="3572994"/>
        <a:ext cx="2320763" cy="305662"/>
      </dsp:txXfrm>
    </dsp:sp>
    <dsp:sp modelId="{A96AFEC0-25C8-4AD7-B1E8-25984477AA93}">
      <dsp:nvSpPr>
        <dsp:cNvPr id="0" name=""/>
        <dsp:cNvSpPr/>
      </dsp:nvSpPr>
      <dsp:spPr>
        <a:xfrm>
          <a:off x="2320762" y="3549114"/>
          <a:ext cx="464152" cy="35342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003553-5BB9-45D9-92C9-0B6034DF7CF9}">
      <dsp:nvSpPr>
        <dsp:cNvPr id="0" name=""/>
        <dsp:cNvSpPr/>
      </dsp:nvSpPr>
      <dsp:spPr>
        <a:xfrm>
          <a:off x="2970576" y="3549114"/>
          <a:ext cx="6312475" cy="35342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_tradnl" sz="1600" kern="1200" dirty="0"/>
            <a:t>Determinará la entidad de crédito</a:t>
          </a:r>
          <a:endParaRPr lang="es-ES" sz="1600" kern="1200" dirty="0"/>
        </a:p>
      </dsp:txBody>
      <dsp:txXfrm>
        <a:off x="2970576" y="3549114"/>
        <a:ext cx="6312475" cy="353422"/>
      </dsp:txXfrm>
    </dsp:sp>
    <dsp:sp modelId="{7F8A2F85-6372-4C09-924A-3527F88000EF}">
      <dsp:nvSpPr>
        <dsp:cNvPr id="0" name=""/>
        <dsp:cNvSpPr/>
      </dsp:nvSpPr>
      <dsp:spPr>
        <a:xfrm>
          <a:off x="0" y="3973216"/>
          <a:ext cx="2320763" cy="305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40640" rIns="113792" bIns="40640" numCol="1" spcCol="1270" anchor="ctr" anchorCtr="0">
          <a:noAutofit/>
        </a:bodyPr>
        <a:lstStyle/>
        <a:p>
          <a:pPr marL="0" lvl="0" indent="0" algn="r" defTabSz="711200">
            <a:lnSpc>
              <a:spcPct val="90000"/>
            </a:lnSpc>
            <a:spcBef>
              <a:spcPct val="0"/>
            </a:spcBef>
            <a:spcAft>
              <a:spcPct val="35000"/>
            </a:spcAft>
            <a:buNone/>
          </a:pPr>
          <a:r>
            <a:rPr lang="es-ES_tradnl" sz="1600" kern="1200" dirty="0"/>
            <a:t>Compatibilidad</a:t>
          </a:r>
          <a:endParaRPr lang="es-ES" sz="1600" kern="1200" dirty="0"/>
        </a:p>
      </dsp:txBody>
      <dsp:txXfrm>
        <a:off x="0" y="3973216"/>
        <a:ext cx="2320763" cy="305662"/>
      </dsp:txXfrm>
    </dsp:sp>
    <dsp:sp modelId="{232AB8C4-8E52-4803-A089-F4C027F90FC6}">
      <dsp:nvSpPr>
        <dsp:cNvPr id="0" name=""/>
        <dsp:cNvSpPr/>
      </dsp:nvSpPr>
      <dsp:spPr>
        <a:xfrm>
          <a:off x="2320762" y="3949337"/>
          <a:ext cx="464152" cy="35342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BF8C2B-F48C-4FDD-80D2-2DF88D0A623F}">
      <dsp:nvSpPr>
        <dsp:cNvPr id="0" name=""/>
        <dsp:cNvSpPr/>
      </dsp:nvSpPr>
      <dsp:spPr>
        <a:xfrm>
          <a:off x="2970576" y="3949337"/>
          <a:ext cx="6312475" cy="35342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171450" lvl="1" indent="-171450" algn="l" defTabSz="711200">
            <a:lnSpc>
              <a:spcPct val="90000"/>
            </a:lnSpc>
            <a:spcBef>
              <a:spcPct val="0"/>
            </a:spcBef>
            <a:spcAft>
              <a:spcPct val="15000"/>
            </a:spcAft>
            <a:buChar char="•"/>
          </a:pPr>
          <a:r>
            <a:rPr lang="es-ES_tradnl" sz="1600" kern="1200" dirty="0"/>
            <a:t>Es compatible con cualquier ayuda</a:t>
          </a:r>
          <a:endParaRPr lang="es-ES" sz="1600" kern="1200" dirty="0"/>
        </a:p>
      </dsp:txBody>
      <dsp:txXfrm>
        <a:off x="2970576" y="3949337"/>
        <a:ext cx="6312475" cy="35342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00E588-D3FA-47D6-8621-29A5E8C7A1A9}">
      <dsp:nvSpPr>
        <dsp:cNvPr id="0" name=""/>
        <dsp:cNvSpPr/>
      </dsp:nvSpPr>
      <dsp:spPr>
        <a:xfrm>
          <a:off x="1998245" y="369"/>
          <a:ext cx="6716066" cy="756816"/>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s-ES_tradnl" sz="1800" kern="1200" dirty="0"/>
            <a:t>Estado contable que refleja la situación del patrimonio de la empresa en un día concreto</a:t>
          </a:r>
          <a:endParaRPr lang="es-ES" sz="1800" kern="1200" dirty="0"/>
        </a:p>
        <a:p>
          <a:pPr marL="171450" lvl="1" indent="-171450" algn="l" defTabSz="800100">
            <a:lnSpc>
              <a:spcPct val="90000"/>
            </a:lnSpc>
            <a:spcBef>
              <a:spcPct val="0"/>
            </a:spcBef>
            <a:spcAft>
              <a:spcPct val="15000"/>
            </a:spcAft>
            <a:buChar char="•"/>
          </a:pPr>
          <a:endParaRPr lang="es-ES" sz="1800" kern="1200" dirty="0"/>
        </a:p>
      </dsp:txBody>
      <dsp:txXfrm>
        <a:off x="1998245" y="94971"/>
        <a:ext cx="6432260" cy="567612"/>
      </dsp:txXfrm>
    </dsp:sp>
    <dsp:sp modelId="{88AB60C0-10F5-4527-809B-607DCDDAE206}">
      <dsp:nvSpPr>
        <dsp:cNvPr id="0" name=""/>
        <dsp:cNvSpPr/>
      </dsp:nvSpPr>
      <dsp:spPr>
        <a:xfrm>
          <a:off x="4579" y="144016"/>
          <a:ext cx="1993665" cy="46952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_tradnl" sz="1800" b="1" kern="1200" dirty="0"/>
            <a:t>Balance</a:t>
          </a:r>
          <a:endParaRPr lang="es-ES" sz="1800" b="1" kern="1200" dirty="0"/>
        </a:p>
      </dsp:txBody>
      <dsp:txXfrm>
        <a:off x="27499" y="166936"/>
        <a:ext cx="1947825" cy="42368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00E588-D3FA-47D6-8621-29A5E8C7A1A9}">
      <dsp:nvSpPr>
        <dsp:cNvPr id="0" name=""/>
        <dsp:cNvSpPr/>
      </dsp:nvSpPr>
      <dsp:spPr>
        <a:xfrm>
          <a:off x="2002824" y="0"/>
          <a:ext cx="6716066" cy="756816"/>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s-ES_tradnl" sz="1800" kern="1200" dirty="0"/>
            <a:t>Bienes, derechos y obligaciones o deudas que posee una empresa. Tienes 3 partes.</a:t>
          </a:r>
          <a:endParaRPr lang="es-ES" sz="1800" kern="1200" dirty="0"/>
        </a:p>
        <a:p>
          <a:pPr marL="171450" lvl="1" indent="-171450" algn="l" defTabSz="800100">
            <a:lnSpc>
              <a:spcPct val="90000"/>
            </a:lnSpc>
            <a:spcBef>
              <a:spcPct val="0"/>
            </a:spcBef>
            <a:spcAft>
              <a:spcPct val="15000"/>
            </a:spcAft>
            <a:buChar char="•"/>
          </a:pPr>
          <a:endParaRPr lang="es-ES" sz="1800" kern="1200" dirty="0"/>
        </a:p>
      </dsp:txBody>
      <dsp:txXfrm>
        <a:off x="2002824" y="94602"/>
        <a:ext cx="6432260" cy="567612"/>
      </dsp:txXfrm>
    </dsp:sp>
    <dsp:sp modelId="{88AB60C0-10F5-4527-809B-607DCDDAE206}">
      <dsp:nvSpPr>
        <dsp:cNvPr id="0" name=""/>
        <dsp:cNvSpPr/>
      </dsp:nvSpPr>
      <dsp:spPr>
        <a:xfrm>
          <a:off x="4579" y="144016"/>
          <a:ext cx="1993665" cy="46952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s-ES_tradnl" sz="1800" b="1" kern="1200" dirty="0"/>
            <a:t>Patrimonio</a:t>
          </a:r>
          <a:endParaRPr lang="es-ES" sz="1800" b="1" kern="1200" dirty="0"/>
        </a:p>
      </dsp:txBody>
      <dsp:txXfrm>
        <a:off x="27499" y="166936"/>
        <a:ext cx="1947825" cy="42368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387CB2-6B32-4C77-9019-0107308524A6}">
      <dsp:nvSpPr>
        <dsp:cNvPr id="0" name=""/>
        <dsp:cNvSpPr/>
      </dsp:nvSpPr>
      <dsp:spPr>
        <a:xfrm rot="5400000">
          <a:off x="4776232" y="-1532227"/>
          <a:ext cx="2425901" cy="563687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s-ES_tradnl" sz="1800" kern="1200" dirty="0"/>
            <a:t>Terrenos</a:t>
          </a:r>
          <a:endParaRPr lang="es-ES" sz="1800" kern="1200" dirty="0"/>
        </a:p>
        <a:p>
          <a:pPr marL="171450" lvl="1" indent="-171450" algn="l" defTabSz="800100">
            <a:lnSpc>
              <a:spcPct val="90000"/>
            </a:lnSpc>
            <a:spcBef>
              <a:spcPct val="0"/>
            </a:spcBef>
            <a:spcAft>
              <a:spcPct val="15000"/>
            </a:spcAft>
            <a:buChar char="•"/>
          </a:pPr>
          <a:r>
            <a:rPr lang="es-ES_tradnl" sz="1800" kern="1200" dirty="0"/>
            <a:t>Construcciones</a:t>
          </a:r>
          <a:endParaRPr lang="es-ES" sz="1800" kern="1200" dirty="0"/>
        </a:p>
        <a:p>
          <a:pPr marL="171450" lvl="1" indent="-171450" algn="l" defTabSz="800100">
            <a:lnSpc>
              <a:spcPct val="90000"/>
            </a:lnSpc>
            <a:spcBef>
              <a:spcPct val="0"/>
            </a:spcBef>
            <a:spcAft>
              <a:spcPct val="15000"/>
            </a:spcAft>
            <a:buChar char="•"/>
          </a:pPr>
          <a:r>
            <a:rPr lang="es-ES_tradnl" sz="1800" kern="1200" dirty="0"/>
            <a:t>Maquinaria</a:t>
          </a:r>
          <a:endParaRPr lang="es-ES" sz="1800" kern="1200" dirty="0"/>
        </a:p>
        <a:p>
          <a:pPr marL="171450" lvl="1" indent="-171450" algn="l" defTabSz="800100">
            <a:lnSpc>
              <a:spcPct val="90000"/>
            </a:lnSpc>
            <a:spcBef>
              <a:spcPct val="0"/>
            </a:spcBef>
            <a:spcAft>
              <a:spcPct val="15000"/>
            </a:spcAft>
            <a:buChar char="•"/>
          </a:pPr>
          <a:r>
            <a:rPr lang="es-ES_tradnl" sz="1800" kern="1200" dirty="0"/>
            <a:t>Utillaje</a:t>
          </a:r>
          <a:endParaRPr lang="es-ES" sz="1800" kern="1200" dirty="0"/>
        </a:p>
        <a:p>
          <a:pPr marL="171450" lvl="1" indent="-171450" algn="l" defTabSz="800100">
            <a:lnSpc>
              <a:spcPct val="90000"/>
            </a:lnSpc>
            <a:spcBef>
              <a:spcPct val="0"/>
            </a:spcBef>
            <a:spcAft>
              <a:spcPct val="15000"/>
            </a:spcAft>
            <a:buChar char="•"/>
          </a:pPr>
          <a:r>
            <a:rPr lang="es-ES_tradnl" sz="1800" kern="1200" dirty="0"/>
            <a:t>Mobiliario</a:t>
          </a:r>
          <a:endParaRPr lang="es-ES" sz="1800" kern="1200" dirty="0"/>
        </a:p>
        <a:p>
          <a:pPr marL="171450" lvl="1" indent="-171450" algn="l" defTabSz="800100">
            <a:lnSpc>
              <a:spcPct val="90000"/>
            </a:lnSpc>
            <a:spcBef>
              <a:spcPct val="0"/>
            </a:spcBef>
            <a:spcAft>
              <a:spcPct val="15000"/>
            </a:spcAft>
            <a:buChar char="•"/>
          </a:pPr>
          <a:r>
            <a:rPr lang="es-ES_tradnl" sz="1800" kern="1200" dirty="0"/>
            <a:t>Equipos para proceso de información</a:t>
          </a:r>
          <a:endParaRPr lang="es-ES" sz="1800" kern="1200" dirty="0"/>
        </a:p>
        <a:p>
          <a:pPr marL="171450" lvl="1" indent="-171450" algn="l" defTabSz="800100">
            <a:lnSpc>
              <a:spcPct val="90000"/>
            </a:lnSpc>
            <a:spcBef>
              <a:spcPct val="0"/>
            </a:spcBef>
            <a:spcAft>
              <a:spcPct val="15000"/>
            </a:spcAft>
            <a:buChar char="•"/>
          </a:pPr>
          <a:r>
            <a:rPr lang="es-ES_tradnl" sz="1800" kern="1200" dirty="0"/>
            <a:t>Aplicaciones informáticas</a:t>
          </a:r>
          <a:endParaRPr lang="es-ES" sz="1800" kern="1200" dirty="0"/>
        </a:p>
        <a:p>
          <a:pPr marL="171450" lvl="1" indent="-171450" algn="l" defTabSz="800100">
            <a:lnSpc>
              <a:spcPct val="90000"/>
            </a:lnSpc>
            <a:spcBef>
              <a:spcPct val="0"/>
            </a:spcBef>
            <a:spcAft>
              <a:spcPct val="15000"/>
            </a:spcAft>
            <a:buChar char="•"/>
          </a:pPr>
          <a:r>
            <a:rPr lang="es-ES_tradnl" sz="1800" kern="1200" dirty="0"/>
            <a:t>Patentes y marcas</a:t>
          </a:r>
          <a:endParaRPr lang="es-ES" sz="1800" kern="1200" dirty="0"/>
        </a:p>
      </dsp:txBody>
      <dsp:txXfrm rot="-5400000">
        <a:off x="3170744" y="191684"/>
        <a:ext cx="5518455" cy="2189055"/>
      </dsp:txXfrm>
    </dsp:sp>
    <dsp:sp modelId="{6F3CBE12-8328-4E7D-ADCE-14DD97D7B7AD}">
      <dsp:nvSpPr>
        <dsp:cNvPr id="0" name=""/>
        <dsp:cNvSpPr/>
      </dsp:nvSpPr>
      <dsp:spPr>
        <a:xfrm>
          <a:off x="0" y="384"/>
          <a:ext cx="3170744" cy="25716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ES_tradnl" sz="2000" b="1" i="1" kern="1200" dirty="0">
              <a:effectLst>
                <a:outerShdw blurRad="38100" dist="38100" dir="2700000" algn="tl">
                  <a:srgbClr val="000000">
                    <a:alpha val="43137"/>
                  </a:srgbClr>
                </a:outerShdw>
              </a:effectLst>
            </a:rPr>
            <a:t>Activo no corriente</a:t>
          </a:r>
          <a:endParaRPr lang="es-ES" sz="2000" b="1" i="1" kern="1200" dirty="0">
            <a:effectLst>
              <a:outerShdw blurRad="38100" dist="38100" dir="2700000" algn="tl">
                <a:srgbClr val="000000">
                  <a:alpha val="43137"/>
                </a:srgbClr>
              </a:outerShdw>
            </a:effectLst>
          </a:endParaRPr>
        </a:p>
      </dsp:txBody>
      <dsp:txXfrm>
        <a:off x="125538" y="125922"/>
        <a:ext cx="2919668" cy="2320578"/>
      </dsp:txXfrm>
    </dsp:sp>
    <dsp:sp modelId="{5DC03900-2073-47BB-9CC5-1F022AC333B4}">
      <dsp:nvSpPr>
        <dsp:cNvPr id="0" name=""/>
        <dsp:cNvSpPr/>
      </dsp:nvSpPr>
      <dsp:spPr>
        <a:xfrm rot="5400000">
          <a:off x="5617243" y="190549"/>
          <a:ext cx="755589" cy="56423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s-ES_tradnl" sz="1800" kern="1200" dirty="0"/>
            <a:t>Mercaderías</a:t>
          </a:r>
          <a:endParaRPr lang="es-ES" sz="1800" kern="1200" dirty="0"/>
        </a:p>
        <a:p>
          <a:pPr marL="171450" lvl="1" indent="-171450" algn="l" defTabSz="800100">
            <a:lnSpc>
              <a:spcPct val="90000"/>
            </a:lnSpc>
            <a:spcBef>
              <a:spcPct val="0"/>
            </a:spcBef>
            <a:spcAft>
              <a:spcPct val="15000"/>
            </a:spcAft>
            <a:buChar char="•"/>
          </a:pPr>
          <a:r>
            <a:rPr lang="es-ES_tradnl" sz="1800" kern="1200" dirty="0"/>
            <a:t>Materias primas, envases</a:t>
          </a:r>
          <a:endParaRPr lang="es-ES" sz="1800" kern="1200" dirty="0"/>
        </a:p>
      </dsp:txBody>
      <dsp:txXfrm rot="-5400000">
        <a:off x="3173844" y="2670834"/>
        <a:ext cx="5605503" cy="681819"/>
      </dsp:txXfrm>
    </dsp:sp>
    <dsp:sp modelId="{37D587AC-68B4-4A14-9293-01C41AA6C0EB}">
      <dsp:nvSpPr>
        <dsp:cNvPr id="0" name=""/>
        <dsp:cNvSpPr/>
      </dsp:nvSpPr>
      <dsp:spPr>
        <a:xfrm>
          <a:off x="0" y="2687657"/>
          <a:ext cx="3173843" cy="64817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ES_tradnl" sz="2000" b="1" i="1" kern="1200" dirty="0">
              <a:effectLst>
                <a:outerShdw blurRad="38100" dist="38100" dir="2700000" algn="tl">
                  <a:srgbClr val="000000">
                    <a:alpha val="43137"/>
                  </a:srgbClr>
                </a:outerShdw>
              </a:effectLst>
            </a:rPr>
            <a:t>Existencias</a:t>
          </a:r>
          <a:endParaRPr lang="es-ES" sz="2000" b="1" i="1" kern="1200" dirty="0">
            <a:effectLst>
              <a:outerShdw blurRad="38100" dist="38100" dir="2700000" algn="tl">
                <a:srgbClr val="000000">
                  <a:alpha val="43137"/>
                </a:srgbClr>
              </a:outerShdw>
            </a:effectLst>
          </a:endParaRPr>
        </a:p>
      </dsp:txBody>
      <dsp:txXfrm>
        <a:off x="31641" y="2719298"/>
        <a:ext cx="3110561" cy="584890"/>
      </dsp:txXfrm>
    </dsp:sp>
    <dsp:sp modelId="{CBE4783F-3A4E-4194-A021-0E90372B7597}">
      <dsp:nvSpPr>
        <dsp:cNvPr id="0" name=""/>
        <dsp:cNvSpPr/>
      </dsp:nvSpPr>
      <dsp:spPr>
        <a:xfrm rot="5400000">
          <a:off x="5499757" y="1125533"/>
          <a:ext cx="990560" cy="56423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s-ES_tradnl" sz="1800" kern="1200" dirty="0"/>
            <a:t>Clientes</a:t>
          </a:r>
          <a:endParaRPr lang="es-ES" sz="1800" kern="1200" dirty="0"/>
        </a:p>
        <a:p>
          <a:pPr marL="171450" lvl="1" indent="-171450" algn="l" defTabSz="800100">
            <a:lnSpc>
              <a:spcPct val="90000"/>
            </a:lnSpc>
            <a:spcBef>
              <a:spcPct val="0"/>
            </a:spcBef>
            <a:spcAft>
              <a:spcPct val="15000"/>
            </a:spcAft>
            <a:buChar char="•"/>
          </a:pPr>
          <a:r>
            <a:rPr lang="es-ES_tradnl" sz="1800" kern="1200" dirty="0"/>
            <a:t>Deudas de Hacienda (IVA soportado)</a:t>
          </a:r>
          <a:endParaRPr lang="es-ES" sz="1800" kern="1200" dirty="0"/>
        </a:p>
        <a:p>
          <a:pPr marL="171450" lvl="1" indent="-171450" algn="l" defTabSz="800100">
            <a:lnSpc>
              <a:spcPct val="90000"/>
            </a:lnSpc>
            <a:spcBef>
              <a:spcPct val="0"/>
            </a:spcBef>
            <a:spcAft>
              <a:spcPct val="15000"/>
            </a:spcAft>
            <a:buChar char="•"/>
          </a:pPr>
          <a:r>
            <a:rPr lang="es-ES_tradnl" sz="1800" kern="1200" dirty="0"/>
            <a:t>Otros deudores</a:t>
          </a:r>
          <a:endParaRPr lang="es-ES" sz="1800" kern="1200" dirty="0"/>
        </a:p>
      </dsp:txBody>
      <dsp:txXfrm rot="-5400000">
        <a:off x="3173844" y="3499802"/>
        <a:ext cx="5594033" cy="893850"/>
      </dsp:txXfrm>
    </dsp:sp>
    <dsp:sp modelId="{416F3A45-AF62-4645-A6E8-465938D74534}">
      <dsp:nvSpPr>
        <dsp:cNvPr id="0" name=""/>
        <dsp:cNvSpPr/>
      </dsp:nvSpPr>
      <dsp:spPr>
        <a:xfrm>
          <a:off x="0" y="3665464"/>
          <a:ext cx="3173843" cy="56252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ES_tradnl" sz="2000" b="1" i="1" kern="1200" dirty="0">
              <a:effectLst>
                <a:outerShdw blurRad="38100" dist="38100" dir="2700000" algn="tl">
                  <a:srgbClr val="000000">
                    <a:alpha val="43137"/>
                  </a:srgbClr>
                </a:outerShdw>
              </a:effectLst>
            </a:rPr>
            <a:t>Realizable</a:t>
          </a:r>
          <a:endParaRPr lang="es-ES" sz="2000" b="1" i="1" kern="1200" dirty="0">
            <a:effectLst>
              <a:outerShdw blurRad="38100" dist="38100" dir="2700000" algn="tl">
                <a:srgbClr val="000000">
                  <a:alpha val="43137"/>
                </a:srgbClr>
              </a:outerShdw>
            </a:effectLst>
          </a:endParaRPr>
        </a:p>
      </dsp:txBody>
      <dsp:txXfrm>
        <a:off x="27460" y="3692924"/>
        <a:ext cx="3118923" cy="507606"/>
      </dsp:txXfrm>
    </dsp:sp>
    <dsp:sp modelId="{8AACD723-F79C-49FC-BDEC-8E133A2DC216}">
      <dsp:nvSpPr>
        <dsp:cNvPr id="0" name=""/>
        <dsp:cNvSpPr/>
      </dsp:nvSpPr>
      <dsp:spPr>
        <a:xfrm rot="5400000">
          <a:off x="5723490" y="1986856"/>
          <a:ext cx="543094" cy="56423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s-ES_tradnl" sz="1800" kern="1200" dirty="0"/>
            <a:t>Bancos</a:t>
          </a:r>
          <a:endParaRPr lang="es-ES" sz="1800" kern="1200" dirty="0"/>
        </a:p>
        <a:p>
          <a:pPr marL="171450" lvl="1" indent="-171450" algn="l" defTabSz="800100">
            <a:lnSpc>
              <a:spcPct val="90000"/>
            </a:lnSpc>
            <a:spcBef>
              <a:spcPct val="0"/>
            </a:spcBef>
            <a:spcAft>
              <a:spcPct val="15000"/>
            </a:spcAft>
            <a:buChar char="•"/>
          </a:pPr>
          <a:r>
            <a:rPr lang="es-ES_tradnl" sz="1800" kern="1200" dirty="0"/>
            <a:t>Caja</a:t>
          </a:r>
          <a:endParaRPr lang="es-ES" sz="1800" kern="1200" dirty="0"/>
        </a:p>
      </dsp:txBody>
      <dsp:txXfrm rot="-5400000">
        <a:off x="3173843" y="4563015"/>
        <a:ext cx="5615876" cy="490070"/>
      </dsp:txXfrm>
    </dsp:sp>
    <dsp:sp modelId="{A9F3B02F-539C-41BD-A893-1F5AED1E44A1}">
      <dsp:nvSpPr>
        <dsp:cNvPr id="0" name=""/>
        <dsp:cNvSpPr/>
      </dsp:nvSpPr>
      <dsp:spPr>
        <a:xfrm>
          <a:off x="0" y="4503918"/>
          <a:ext cx="3173843" cy="60826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ES_tradnl" sz="2000" b="1" i="1" kern="1200" dirty="0">
              <a:effectLst>
                <a:outerShdw blurRad="38100" dist="38100" dir="2700000" algn="tl">
                  <a:srgbClr val="000000">
                    <a:alpha val="43137"/>
                  </a:srgbClr>
                </a:outerShdw>
              </a:effectLst>
            </a:rPr>
            <a:t>Disponible</a:t>
          </a:r>
          <a:endParaRPr lang="es-ES" sz="2000" b="1" i="1" kern="1200" dirty="0">
            <a:effectLst>
              <a:outerShdw blurRad="38100" dist="38100" dir="2700000" algn="tl">
                <a:srgbClr val="000000">
                  <a:alpha val="43137"/>
                </a:srgbClr>
              </a:outerShdw>
            </a:effectLst>
          </a:endParaRPr>
        </a:p>
      </dsp:txBody>
      <dsp:txXfrm>
        <a:off x="29693" y="4533611"/>
        <a:ext cx="3114457" cy="54887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387CB2-6B32-4C77-9019-0107308524A6}">
      <dsp:nvSpPr>
        <dsp:cNvPr id="0" name=""/>
        <dsp:cNvSpPr/>
      </dsp:nvSpPr>
      <dsp:spPr>
        <a:xfrm rot="5400000">
          <a:off x="5709040" y="-1952650"/>
          <a:ext cx="571994" cy="56423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s-ES_tradnl" sz="1800" kern="1200" dirty="0"/>
            <a:t>Préstamos a largo plazo</a:t>
          </a:r>
          <a:endParaRPr lang="es-ES" sz="1800" kern="1200" dirty="0"/>
        </a:p>
      </dsp:txBody>
      <dsp:txXfrm rot="-5400000">
        <a:off x="3173843" y="610469"/>
        <a:ext cx="5614466" cy="516150"/>
      </dsp:txXfrm>
    </dsp:sp>
    <dsp:sp modelId="{6F3CBE12-8328-4E7D-ADCE-14DD97D7B7AD}">
      <dsp:nvSpPr>
        <dsp:cNvPr id="0" name=""/>
        <dsp:cNvSpPr/>
      </dsp:nvSpPr>
      <dsp:spPr>
        <a:xfrm>
          <a:off x="0" y="352966"/>
          <a:ext cx="3173843" cy="103115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ES_tradnl" sz="2000" b="1" i="1" kern="1200" dirty="0">
              <a:effectLst>
                <a:outerShdw blurRad="38100" dist="38100" dir="2700000" algn="tl">
                  <a:srgbClr val="000000">
                    <a:alpha val="43137"/>
                  </a:srgbClr>
                </a:outerShdw>
              </a:effectLst>
            </a:rPr>
            <a:t>Pasivo no corriente</a:t>
          </a:r>
          <a:endParaRPr lang="es-ES" sz="2000" b="1" i="1" kern="1200" dirty="0">
            <a:effectLst>
              <a:outerShdw blurRad="38100" dist="38100" dir="2700000" algn="tl">
                <a:srgbClr val="000000">
                  <a:alpha val="43137"/>
                </a:srgbClr>
              </a:outerShdw>
            </a:effectLst>
          </a:endParaRPr>
        </a:p>
      </dsp:txBody>
      <dsp:txXfrm>
        <a:off x="50337" y="403303"/>
        <a:ext cx="3073169" cy="930479"/>
      </dsp:txXfrm>
    </dsp:sp>
    <dsp:sp modelId="{5DC03900-2073-47BB-9CC5-1F022AC333B4}">
      <dsp:nvSpPr>
        <dsp:cNvPr id="0" name=""/>
        <dsp:cNvSpPr/>
      </dsp:nvSpPr>
      <dsp:spPr>
        <a:xfrm rot="5400000">
          <a:off x="4435111" y="378480"/>
          <a:ext cx="3119852" cy="56423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s-ES_tradnl" sz="1800" kern="1200" dirty="0"/>
            <a:t>Préstamos y créditos bancarios a corto plazo</a:t>
          </a:r>
          <a:endParaRPr lang="es-ES" sz="1800" kern="1200" dirty="0"/>
        </a:p>
        <a:p>
          <a:pPr marL="171450" lvl="1" indent="-171450" algn="l" defTabSz="800100">
            <a:lnSpc>
              <a:spcPct val="90000"/>
            </a:lnSpc>
            <a:spcBef>
              <a:spcPct val="0"/>
            </a:spcBef>
            <a:spcAft>
              <a:spcPct val="15000"/>
            </a:spcAft>
            <a:buChar char="•"/>
          </a:pPr>
          <a:r>
            <a:rPr lang="es-ES_tradnl" sz="1800" kern="1200" dirty="0"/>
            <a:t>Proveedores</a:t>
          </a:r>
          <a:endParaRPr lang="es-ES" sz="1800" kern="1200" dirty="0"/>
        </a:p>
        <a:p>
          <a:pPr marL="171450" lvl="1" indent="-171450" algn="l" defTabSz="800100">
            <a:lnSpc>
              <a:spcPct val="90000"/>
            </a:lnSpc>
            <a:spcBef>
              <a:spcPct val="0"/>
            </a:spcBef>
            <a:spcAft>
              <a:spcPct val="15000"/>
            </a:spcAft>
            <a:buChar char="•"/>
          </a:pPr>
          <a:r>
            <a:rPr lang="es-ES_tradnl" sz="1800" kern="1200" dirty="0"/>
            <a:t>Acreedores</a:t>
          </a:r>
          <a:endParaRPr lang="es-ES" sz="1800" kern="1200" dirty="0"/>
        </a:p>
        <a:p>
          <a:pPr marL="171450" lvl="1" indent="-171450" algn="l" defTabSz="800100">
            <a:lnSpc>
              <a:spcPct val="90000"/>
            </a:lnSpc>
            <a:spcBef>
              <a:spcPct val="0"/>
            </a:spcBef>
            <a:spcAft>
              <a:spcPct val="15000"/>
            </a:spcAft>
            <a:buChar char="•"/>
          </a:pPr>
          <a:r>
            <a:rPr lang="es-ES_tradnl" sz="1800" kern="1200" dirty="0"/>
            <a:t>Deudas con Hacienda: IVA repercutido y retenciones de IRPF</a:t>
          </a:r>
          <a:endParaRPr lang="es-ES" sz="1800" kern="1200" dirty="0"/>
        </a:p>
        <a:p>
          <a:pPr marL="171450" lvl="1" indent="-171450" algn="l" defTabSz="800100">
            <a:lnSpc>
              <a:spcPct val="90000"/>
            </a:lnSpc>
            <a:spcBef>
              <a:spcPct val="0"/>
            </a:spcBef>
            <a:spcAft>
              <a:spcPct val="15000"/>
            </a:spcAft>
            <a:buChar char="•"/>
          </a:pPr>
          <a:r>
            <a:rPr lang="es-ES_tradnl" sz="1800" kern="1200" dirty="0"/>
            <a:t>Deudas con la Seguridad Social</a:t>
          </a:r>
          <a:endParaRPr lang="es-ES" sz="1800" kern="1200" dirty="0"/>
        </a:p>
      </dsp:txBody>
      <dsp:txXfrm rot="-5400000">
        <a:off x="3173844" y="1792047"/>
        <a:ext cx="5490089" cy="2815254"/>
      </dsp:txXfrm>
    </dsp:sp>
    <dsp:sp modelId="{37D587AC-68B4-4A14-9293-01C41AA6C0EB}">
      <dsp:nvSpPr>
        <dsp:cNvPr id="0" name=""/>
        <dsp:cNvSpPr/>
      </dsp:nvSpPr>
      <dsp:spPr>
        <a:xfrm>
          <a:off x="0" y="1861511"/>
          <a:ext cx="3173843" cy="267632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ES_tradnl" sz="2000" b="1" i="1" kern="1200" dirty="0">
              <a:effectLst>
                <a:outerShdw blurRad="38100" dist="38100" dir="2700000" algn="tl">
                  <a:srgbClr val="000000">
                    <a:alpha val="43137"/>
                  </a:srgbClr>
                </a:outerShdw>
              </a:effectLst>
            </a:rPr>
            <a:t>Pasivo corriente</a:t>
          </a:r>
          <a:endParaRPr lang="es-ES" sz="2000" b="1" i="1" kern="1200" dirty="0">
            <a:effectLst>
              <a:outerShdw blurRad="38100" dist="38100" dir="2700000" algn="tl">
                <a:srgbClr val="000000">
                  <a:alpha val="43137"/>
                </a:srgbClr>
              </a:outerShdw>
            </a:effectLst>
          </a:endParaRPr>
        </a:p>
      </dsp:txBody>
      <dsp:txXfrm>
        <a:off x="130648" y="1992159"/>
        <a:ext cx="2912547" cy="2415031"/>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387CB2-6B32-4C77-9019-0107308524A6}">
      <dsp:nvSpPr>
        <dsp:cNvPr id="0" name=""/>
        <dsp:cNvSpPr/>
      </dsp:nvSpPr>
      <dsp:spPr>
        <a:xfrm rot="5400000">
          <a:off x="5310960" y="-1993102"/>
          <a:ext cx="1368153" cy="56423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s-ES_tradnl" sz="1800" kern="1200" dirty="0"/>
            <a:t>Capital</a:t>
          </a:r>
          <a:endParaRPr lang="es-ES" sz="1800" kern="1200" dirty="0"/>
        </a:p>
        <a:p>
          <a:pPr marL="171450" lvl="1" indent="-171450" algn="l" defTabSz="800100">
            <a:lnSpc>
              <a:spcPct val="90000"/>
            </a:lnSpc>
            <a:spcBef>
              <a:spcPct val="0"/>
            </a:spcBef>
            <a:spcAft>
              <a:spcPct val="15000"/>
            </a:spcAft>
            <a:buChar char="•"/>
          </a:pPr>
          <a:r>
            <a:rPr lang="es-ES_tradnl" sz="1800" kern="1200" dirty="0"/>
            <a:t>Reservas</a:t>
          </a:r>
          <a:endParaRPr lang="es-ES" sz="1800" kern="1200" dirty="0"/>
        </a:p>
        <a:p>
          <a:pPr marL="171450" lvl="1" indent="-171450" algn="l" defTabSz="800100">
            <a:lnSpc>
              <a:spcPct val="90000"/>
            </a:lnSpc>
            <a:spcBef>
              <a:spcPct val="0"/>
            </a:spcBef>
            <a:spcAft>
              <a:spcPct val="15000"/>
            </a:spcAft>
            <a:buChar char="•"/>
          </a:pPr>
          <a:r>
            <a:rPr lang="es-ES_tradnl" sz="1800" kern="1200" dirty="0"/>
            <a:t>Resultados del ejercicio</a:t>
          </a:r>
          <a:endParaRPr lang="es-ES" sz="1800" kern="1200" dirty="0"/>
        </a:p>
      </dsp:txBody>
      <dsp:txXfrm rot="-5400000">
        <a:off x="3173843" y="210803"/>
        <a:ext cx="5575600" cy="1234577"/>
      </dsp:txXfrm>
    </dsp:sp>
    <dsp:sp modelId="{6F3CBE12-8328-4E7D-ADCE-14DD97D7B7AD}">
      <dsp:nvSpPr>
        <dsp:cNvPr id="0" name=""/>
        <dsp:cNvSpPr/>
      </dsp:nvSpPr>
      <dsp:spPr>
        <a:xfrm>
          <a:off x="0" y="71265"/>
          <a:ext cx="3173843" cy="15136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s-ES_tradnl" sz="2000" b="1" i="1" kern="1200" dirty="0">
              <a:effectLst>
                <a:outerShdw blurRad="38100" dist="38100" dir="2700000" algn="tl">
                  <a:srgbClr val="000000">
                    <a:alpha val="43137"/>
                  </a:srgbClr>
                </a:outerShdw>
              </a:effectLst>
            </a:rPr>
            <a:t>Patrimonio neto</a:t>
          </a:r>
          <a:endParaRPr lang="es-ES" sz="2000" b="1" i="1" kern="1200" dirty="0">
            <a:effectLst>
              <a:outerShdw blurRad="38100" dist="38100" dir="2700000" algn="tl">
                <a:srgbClr val="000000">
                  <a:alpha val="43137"/>
                </a:srgbClr>
              </a:outerShdw>
            </a:effectLst>
          </a:endParaRPr>
        </a:p>
      </dsp:txBody>
      <dsp:txXfrm>
        <a:off x="73890" y="145155"/>
        <a:ext cx="3026063" cy="1365872"/>
      </dsp:txXfrm>
    </dsp:sp>
  </dsp:spTree>
</dsp:drawing>
</file>

<file path=ppt/diagrams/layout1.xml><?xml version="1.0" encoding="utf-8"?>
<dgm:layoutDef xmlns:dgm="http://schemas.openxmlformats.org/drawingml/2006/diagram" xmlns:a="http://schemas.openxmlformats.org/drawingml/2006/main" uniqueId="urn:diagrams.loki3.com/BracketList+Icon">
  <dgm:title val="Lista de llaves verticales"/>
  <dgm:desc val="Se usa para mostrar bloques de información agrupados. Funciona bien con gran cantidad de texto de nivel 2."/>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11.xml><?xml version="1.0" encoding="utf-8"?>
<dgm:layoutDef xmlns:dgm="http://schemas.openxmlformats.org/drawingml/2006/diagram" xmlns:a="http://schemas.openxmlformats.org/drawingml/2006/main" uniqueId="urn:diagrams.loki3.com/BracketList+Icon">
  <dgm:title val="Lista de llaves verticales"/>
  <dgm:desc val="Se usa para mostrar bloques de información agrupados. Funciona bien con gran cantidad de texto de nivel 2."/>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2FE4E2B-65D4-4D33-83AE-A5EA535FE91A}" type="datetimeFigureOut">
              <a:rPr lang="es-ES" smtClean="0"/>
              <a:t>26/11/2025</a:t>
            </a:fld>
            <a:endParaRPr lang="es-ES"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38CA4C-A49C-45E2-BE04-B4EF3838BE13}" type="slidenum">
              <a:rPr lang="es-ES" smtClean="0"/>
              <a:t>‹Nº›</a:t>
            </a:fld>
            <a:endParaRPr lang="es-ES" dirty="0"/>
          </a:p>
        </p:txBody>
      </p:sp>
    </p:spTree>
    <p:extLst>
      <p:ext uri="{BB962C8B-B14F-4D97-AF65-F5344CB8AC3E}">
        <p14:creationId xmlns:p14="http://schemas.microsoft.com/office/powerpoint/2010/main" val="704342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D438CA4C-A49C-45E2-BE04-B4EF3838BE13}" type="slidenum">
              <a:rPr lang="es-ES" smtClean="0"/>
              <a:t>1</a:t>
            </a:fld>
            <a:endParaRPr lang="es-ES" dirty="0"/>
          </a:p>
        </p:txBody>
      </p:sp>
    </p:spTree>
    <p:extLst>
      <p:ext uri="{BB962C8B-B14F-4D97-AF65-F5344CB8AC3E}">
        <p14:creationId xmlns:p14="http://schemas.microsoft.com/office/powerpoint/2010/main" val="1773542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D438CA4C-A49C-45E2-BE04-B4EF3838BE13}" type="slidenum">
              <a:rPr lang="es-ES" smtClean="0"/>
              <a:t>17</a:t>
            </a:fld>
            <a:endParaRPr lang="es-ES" dirty="0"/>
          </a:p>
        </p:txBody>
      </p:sp>
    </p:spTree>
    <p:extLst>
      <p:ext uri="{BB962C8B-B14F-4D97-AF65-F5344CB8AC3E}">
        <p14:creationId xmlns:p14="http://schemas.microsoft.com/office/powerpoint/2010/main" val="1500516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D438CA4C-A49C-45E2-BE04-B4EF3838BE13}" type="slidenum">
              <a:rPr lang="es-ES" smtClean="0"/>
              <a:t>34</a:t>
            </a:fld>
            <a:endParaRPr lang="es-ES" dirty="0"/>
          </a:p>
        </p:txBody>
      </p:sp>
    </p:spTree>
    <p:extLst>
      <p:ext uri="{BB962C8B-B14F-4D97-AF65-F5344CB8AC3E}">
        <p14:creationId xmlns:p14="http://schemas.microsoft.com/office/powerpoint/2010/main" val="1500516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D438CA4C-A49C-45E2-BE04-B4EF3838BE13}" type="slidenum">
              <a:rPr lang="es-ES" smtClean="0"/>
              <a:t>39</a:t>
            </a:fld>
            <a:endParaRPr lang="es-ES" dirty="0"/>
          </a:p>
        </p:txBody>
      </p:sp>
    </p:spTree>
    <p:extLst>
      <p:ext uri="{BB962C8B-B14F-4D97-AF65-F5344CB8AC3E}">
        <p14:creationId xmlns:p14="http://schemas.microsoft.com/office/powerpoint/2010/main" val="32721157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36F92216-3B5A-48B6-B9E5-989B0A558A73}" type="datetime1">
              <a:rPr lang="es-ES" smtClean="0"/>
              <a:t>26/11/2025</a:t>
            </a:fld>
            <a:endParaRPr lang="es-ES" dirty="0"/>
          </a:p>
        </p:txBody>
      </p:sp>
      <p:sp>
        <p:nvSpPr>
          <p:cNvPr id="5" name="4 Marcador de pie de página"/>
          <p:cNvSpPr>
            <a:spLocks noGrp="1"/>
          </p:cNvSpPr>
          <p:nvPr>
            <p:ph type="ftr" sz="quarter" idx="11"/>
          </p:nvPr>
        </p:nvSpPr>
        <p:spPr/>
        <p:txBody>
          <a:bodyPr/>
          <a:lstStyle/>
          <a:p>
            <a:r>
              <a:rPr lang="es-ES" dirty="0"/>
              <a:t>M.B.E.</a:t>
            </a:r>
          </a:p>
        </p:txBody>
      </p:sp>
      <p:sp>
        <p:nvSpPr>
          <p:cNvPr id="6" name="5 Marcador de número de diapositiva"/>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240608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AB1B1F9B-BBA3-4244-91C2-6FFBAC6AFCA8}" type="datetime1">
              <a:rPr lang="es-ES" smtClean="0"/>
              <a:t>26/11/2025</a:t>
            </a:fld>
            <a:endParaRPr lang="es-ES" dirty="0"/>
          </a:p>
        </p:txBody>
      </p:sp>
      <p:sp>
        <p:nvSpPr>
          <p:cNvPr id="5" name="4 Marcador de pie de página"/>
          <p:cNvSpPr>
            <a:spLocks noGrp="1"/>
          </p:cNvSpPr>
          <p:nvPr>
            <p:ph type="ftr" sz="quarter" idx="11"/>
          </p:nvPr>
        </p:nvSpPr>
        <p:spPr/>
        <p:txBody>
          <a:bodyPr/>
          <a:lstStyle/>
          <a:p>
            <a:r>
              <a:rPr lang="es-ES" dirty="0"/>
              <a:t>M.B.E.</a:t>
            </a:r>
          </a:p>
        </p:txBody>
      </p:sp>
      <p:sp>
        <p:nvSpPr>
          <p:cNvPr id="6" name="5 Marcador de número de diapositiva"/>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333182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25B7E45B-77F0-4D4E-AEE8-092E85ECDDBB}" type="datetime1">
              <a:rPr lang="es-ES" smtClean="0"/>
              <a:t>26/11/2025</a:t>
            </a:fld>
            <a:endParaRPr lang="es-ES" dirty="0"/>
          </a:p>
        </p:txBody>
      </p:sp>
      <p:sp>
        <p:nvSpPr>
          <p:cNvPr id="5" name="4 Marcador de pie de página"/>
          <p:cNvSpPr>
            <a:spLocks noGrp="1"/>
          </p:cNvSpPr>
          <p:nvPr>
            <p:ph type="ftr" sz="quarter" idx="11"/>
          </p:nvPr>
        </p:nvSpPr>
        <p:spPr/>
        <p:txBody>
          <a:bodyPr/>
          <a:lstStyle/>
          <a:p>
            <a:r>
              <a:rPr lang="es-ES" dirty="0"/>
              <a:t>M.B.E.</a:t>
            </a:r>
          </a:p>
        </p:txBody>
      </p:sp>
      <p:sp>
        <p:nvSpPr>
          <p:cNvPr id="6" name="5 Marcador de número de diapositiva"/>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2074523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8AE17913-E1AB-4C61-9FD2-6979062E8BFD}" type="datetime1">
              <a:rPr lang="es-ES" smtClean="0"/>
              <a:t>26/11/2025</a:t>
            </a:fld>
            <a:endParaRPr lang="es-ES" dirty="0"/>
          </a:p>
        </p:txBody>
      </p:sp>
      <p:sp>
        <p:nvSpPr>
          <p:cNvPr id="6" name="5 Marcador de pie de página"/>
          <p:cNvSpPr>
            <a:spLocks noGrp="1"/>
          </p:cNvSpPr>
          <p:nvPr>
            <p:ph type="ftr" sz="quarter" idx="11"/>
          </p:nvPr>
        </p:nvSpPr>
        <p:spPr/>
        <p:txBody>
          <a:bodyPr/>
          <a:lstStyle/>
          <a:p>
            <a:r>
              <a:rPr lang="es-ES" dirty="0"/>
              <a:t>M.B.E.</a:t>
            </a:r>
          </a:p>
        </p:txBody>
      </p:sp>
      <p:sp>
        <p:nvSpPr>
          <p:cNvPr id="7" name="6 Marcador de número de diapositiva"/>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3415318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207D802F-1EBA-498A-BC2B-525F05C7CA10}" type="datetime1">
              <a:rPr lang="es-ES" smtClean="0"/>
              <a:t>26/11/2025</a:t>
            </a:fld>
            <a:endParaRPr lang="es-ES" dirty="0"/>
          </a:p>
        </p:txBody>
      </p:sp>
      <p:sp>
        <p:nvSpPr>
          <p:cNvPr id="8" name="7 Marcador de pie de página"/>
          <p:cNvSpPr>
            <a:spLocks noGrp="1"/>
          </p:cNvSpPr>
          <p:nvPr>
            <p:ph type="ftr" sz="quarter" idx="11"/>
          </p:nvPr>
        </p:nvSpPr>
        <p:spPr/>
        <p:txBody>
          <a:bodyPr/>
          <a:lstStyle/>
          <a:p>
            <a:r>
              <a:rPr lang="es-ES" dirty="0"/>
              <a:t>M.B.E.</a:t>
            </a:r>
          </a:p>
        </p:txBody>
      </p:sp>
      <p:sp>
        <p:nvSpPr>
          <p:cNvPr id="9" name="8 Marcador de número de diapositiva"/>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1211150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BE264862-04C0-4C3F-BA3B-A319721EC829}" type="datetime1">
              <a:rPr lang="es-ES" smtClean="0"/>
              <a:t>26/11/2025</a:t>
            </a:fld>
            <a:endParaRPr lang="es-ES" dirty="0"/>
          </a:p>
        </p:txBody>
      </p:sp>
      <p:sp>
        <p:nvSpPr>
          <p:cNvPr id="4" name="3 Marcador de pie de página"/>
          <p:cNvSpPr>
            <a:spLocks noGrp="1"/>
          </p:cNvSpPr>
          <p:nvPr>
            <p:ph type="ftr" sz="quarter" idx="11"/>
          </p:nvPr>
        </p:nvSpPr>
        <p:spPr/>
        <p:txBody>
          <a:bodyPr/>
          <a:lstStyle/>
          <a:p>
            <a:r>
              <a:rPr lang="es-ES" dirty="0"/>
              <a:t>M.B.E.</a:t>
            </a:r>
          </a:p>
        </p:txBody>
      </p:sp>
      <p:sp>
        <p:nvSpPr>
          <p:cNvPr id="5" name="4 Marcador de número de diapositiva"/>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1327166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511D479-0467-41FB-B559-0C59942C84FB}" type="datetime1">
              <a:rPr lang="es-ES" smtClean="0"/>
              <a:t>26/11/2025</a:t>
            </a:fld>
            <a:endParaRPr lang="es-ES" dirty="0"/>
          </a:p>
        </p:txBody>
      </p:sp>
      <p:sp>
        <p:nvSpPr>
          <p:cNvPr id="3" name="2 Marcador de pie de página"/>
          <p:cNvSpPr>
            <a:spLocks noGrp="1"/>
          </p:cNvSpPr>
          <p:nvPr>
            <p:ph type="ftr" sz="quarter" idx="11"/>
          </p:nvPr>
        </p:nvSpPr>
        <p:spPr/>
        <p:txBody>
          <a:bodyPr/>
          <a:lstStyle/>
          <a:p>
            <a:r>
              <a:rPr lang="es-ES" dirty="0"/>
              <a:t>M.B.E.</a:t>
            </a:r>
          </a:p>
        </p:txBody>
      </p:sp>
      <p:sp>
        <p:nvSpPr>
          <p:cNvPr id="4" name="3 Marcador de número de diapositiva"/>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3340254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50C8193C-88BA-40D2-BEAD-3776E8A6F5B7}" type="datetime1">
              <a:rPr lang="es-ES" smtClean="0"/>
              <a:t>26/11/2025</a:t>
            </a:fld>
            <a:endParaRPr lang="es-ES" dirty="0"/>
          </a:p>
        </p:txBody>
      </p:sp>
      <p:sp>
        <p:nvSpPr>
          <p:cNvPr id="6" name="5 Marcador de pie de página"/>
          <p:cNvSpPr>
            <a:spLocks noGrp="1"/>
          </p:cNvSpPr>
          <p:nvPr>
            <p:ph type="ftr" sz="quarter" idx="11"/>
          </p:nvPr>
        </p:nvSpPr>
        <p:spPr/>
        <p:txBody>
          <a:bodyPr/>
          <a:lstStyle/>
          <a:p>
            <a:r>
              <a:rPr lang="es-ES" dirty="0"/>
              <a:t>M.B.E.</a:t>
            </a:r>
          </a:p>
        </p:txBody>
      </p:sp>
      <p:sp>
        <p:nvSpPr>
          <p:cNvPr id="7" name="6 Marcador de número de diapositiva"/>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2619760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47AA35B-299A-4AC6-97C8-0624A440F61B}" type="datetime1">
              <a:rPr lang="es-ES" smtClean="0"/>
              <a:t>26/11/2025</a:t>
            </a:fld>
            <a:endParaRPr lang="es-ES" dirty="0"/>
          </a:p>
        </p:txBody>
      </p:sp>
      <p:sp>
        <p:nvSpPr>
          <p:cNvPr id="6" name="5 Marcador de pie de página"/>
          <p:cNvSpPr>
            <a:spLocks noGrp="1"/>
          </p:cNvSpPr>
          <p:nvPr>
            <p:ph type="ftr" sz="quarter" idx="11"/>
          </p:nvPr>
        </p:nvSpPr>
        <p:spPr/>
        <p:txBody>
          <a:bodyPr/>
          <a:lstStyle/>
          <a:p>
            <a:r>
              <a:rPr lang="es-ES" dirty="0"/>
              <a:t>M.B.E.</a:t>
            </a:r>
          </a:p>
        </p:txBody>
      </p:sp>
      <p:sp>
        <p:nvSpPr>
          <p:cNvPr id="7" name="6 Marcador de número de diapositiva"/>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65544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96412CA2-690F-4F5A-BDDC-BD5487C11BED}" type="datetime1">
              <a:rPr lang="es-ES" smtClean="0"/>
              <a:t>26/11/2025</a:t>
            </a:fld>
            <a:endParaRPr lang="es-ES" dirty="0"/>
          </a:p>
        </p:txBody>
      </p:sp>
      <p:sp>
        <p:nvSpPr>
          <p:cNvPr id="5" name="4 Marcador de pie de página"/>
          <p:cNvSpPr>
            <a:spLocks noGrp="1"/>
          </p:cNvSpPr>
          <p:nvPr>
            <p:ph type="ftr" sz="quarter" idx="11"/>
          </p:nvPr>
        </p:nvSpPr>
        <p:spPr/>
        <p:txBody>
          <a:bodyPr/>
          <a:lstStyle/>
          <a:p>
            <a:r>
              <a:rPr lang="es-ES" dirty="0"/>
              <a:t>M.B.E.</a:t>
            </a:r>
          </a:p>
        </p:txBody>
      </p:sp>
      <p:sp>
        <p:nvSpPr>
          <p:cNvPr id="6" name="5 Marcador de número de diapositiva"/>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3943585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766EC64E-3D99-40ED-A0BE-213195A42E87}" type="datetime1">
              <a:rPr lang="es-ES" smtClean="0"/>
              <a:t>26/11/2025</a:t>
            </a:fld>
            <a:endParaRPr lang="es-ES" dirty="0"/>
          </a:p>
        </p:txBody>
      </p:sp>
      <p:sp>
        <p:nvSpPr>
          <p:cNvPr id="5" name="4 Marcador de pie de página"/>
          <p:cNvSpPr>
            <a:spLocks noGrp="1"/>
          </p:cNvSpPr>
          <p:nvPr>
            <p:ph type="ftr" sz="quarter" idx="11"/>
          </p:nvPr>
        </p:nvSpPr>
        <p:spPr/>
        <p:txBody>
          <a:bodyPr/>
          <a:lstStyle/>
          <a:p>
            <a:r>
              <a:rPr lang="es-ES" dirty="0"/>
              <a:t>M.B.E.</a:t>
            </a:r>
          </a:p>
        </p:txBody>
      </p:sp>
      <p:sp>
        <p:nvSpPr>
          <p:cNvPr id="6" name="5 Marcador de número de diapositiva"/>
          <p:cNvSpPr>
            <a:spLocks noGrp="1"/>
          </p:cNvSpPr>
          <p:nvPr>
            <p:ph type="sldNum" sz="quarter" idx="12"/>
          </p:nvPr>
        </p:nvSpPr>
        <p:spPr/>
        <p:txBody>
          <a:bodyPr/>
          <a:lstStyle/>
          <a:p>
            <a:fld id="{F9A34AD4-DC89-4EDF-8DD1-AAEA993E7D46}" type="slidenum">
              <a:rPr lang="es-ES" smtClean="0"/>
              <a:t>‹Nº›</a:t>
            </a:fld>
            <a:endParaRPr lang="es-ES" dirty="0"/>
          </a:p>
        </p:txBody>
      </p:sp>
    </p:spTree>
    <p:extLst>
      <p:ext uri="{BB962C8B-B14F-4D97-AF65-F5344CB8AC3E}">
        <p14:creationId xmlns:p14="http://schemas.microsoft.com/office/powerpoint/2010/main" val="1070909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DBE9AB-F773-4A1D-934E-2C3E337DFB10}" type="datetime1">
              <a:rPr lang="es-ES" smtClean="0"/>
              <a:t>26/11/2025</a:t>
            </a:fld>
            <a:endParaRPr lang="es-ES"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 dirty="0"/>
              <a:t>M.B.E.</a:t>
            </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A34AD4-DC89-4EDF-8DD1-AAEA993E7D46}" type="slidenum">
              <a:rPr lang="es-ES" smtClean="0"/>
              <a:t>‹Nº›</a:t>
            </a:fld>
            <a:endParaRPr lang="es-ES" dirty="0"/>
          </a:p>
        </p:txBody>
      </p:sp>
    </p:spTree>
    <p:extLst>
      <p:ext uri="{BB962C8B-B14F-4D97-AF65-F5344CB8AC3E}">
        <p14:creationId xmlns:p14="http://schemas.microsoft.com/office/powerpoint/2010/main" val="1754800592"/>
      </p:ext>
    </p:extLst>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31.xml"/><Relationship Id="rId13" Type="http://schemas.openxmlformats.org/officeDocument/2006/relationships/slide" Target="slide36.xml"/><Relationship Id="rId3" Type="http://schemas.openxmlformats.org/officeDocument/2006/relationships/slide" Target="slide7.xml"/><Relationship Id="rId7" Type="http://schemas.openxmlformats.org/officeDocument/2006/relationships/slide" Target="slide21.xml"/><Relationship Id="rId12" Type="http://schemas.openxmlformats.org/officeDocument/2006/relationships/slide" Target="slide37.xml"/><Relationship Id="rId2" Type="http://schemas.openxmlformats.org/officeDocument/2006/relationships/slide" Target="slide13.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slide" Target="slide4.xml"/><Relationship Id="rId5" Type="http://schemas.openxmlformats.org/officeDocument/2006/relationships/slide" Target="slide14.xml"/><Relationship Id="rId10" Type="http://schemas.openxmlformats.org/officeDocument/2006/relationships/slide" Target="slide35.xml"/><Relationship Id="rId4" Type="http://schemas.openxmlformats.org/officeDocument/2006/relationships/slide" Target="slide17.xml"/><Relationship Id="rId9" Type="http://schemas.openxmlformats.org/officeDocument/2006/relationships/slide" Target="slide28.xml"/></Relationships>
</file>

<file path=ppt/slides/_rels/slide3.xml.rels><?xml version="1.0" encoding="UTF-8" standalone="yes"?>
<Relationships xmlns="http://schemas.openxmlformats.org/package/2006/relationships"><Relationship Id="rId2" Type="http://schemas.openxmlformats.org/officeDocument/2006/relationships/hyperlink" Target="https://www.editorialtulibro.es/tulibrodefp/login/"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2.xml"/><Relationship Id="rId7" Type="http://schemas.openxmlformats.org/officeDocument/2006/relationships/slide" Target="slide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3.xml"/><Relationship Id="rId7" Type="http://schemas.openxmlformats.org/officeDocument/2006/relationships/slide" Target="slide2.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7"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 Target="slide2.xml"/><Relationship Id="rId5" Type="http://schemas.openxmlformats.org/officeDocument/2006/relationships/image" Target="NULL"/></Relationships>
</file>

<file path=ppt/slides/_rels/slide12.xml.rels><?xml version="1.0" encoding="UTF-8" standalone="yes"?>
<Relationships xmlns="http://schemas.openxmlformats.org/package/2006/relationships"><Relationship Id="rId8" Type="http://schemas.openxmlformats.org/officeDocument/2006/relationships/slide" Target="slide2.xml"/><Relationship Id="rId7" Type="http://schemas.openxmlformats.org/officeDocument/2006/relationships/image" Target="NULL"/><Relationship Id="rId1" Type="http://schemas.openxmlformats.org/officeDocument/2006/relationships/slideLayout" Target="../slideLayouts/slideLayout1.xml"/><Relationship Id="rId6" Type="http://schemas.openxmlformats.org/officeDocument/2006/relationships/image" Target="NULL"/><Relationship Id="rId5" Type="http://schemas.openxmlformats.org/officeDocument/2006/relationships/image" Target="NULL"/><Relationship Id="rId9"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diagramLayout" Target="../diagrams/layout4.xml"/><Relationship Id="rId7" Type="http://schemas.openxmlformats.org/officeDocument/2006/relationships/slide" Target="slide15.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10" Type="http://schemas.openxmlformats.org/officeDocument/2006/relationships/slide" Target="slide2.xml"/><Relationship Id="rId4" Type="http://schemas.openxmlformats.org/officeDocument/2006/relationships/diagramQuickStyle" Target="../diagrams/quickStyle4.xml"/><Relationship Id="rId9" Type="http://schemas.openxmlformats.org/officeDocument/2006/relationships/image" Target="../media/image4.png"/></Relationships>
</file>

<file path=ppt/slides/_rels/slide1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5.xml"/><Relationship Id="rId7" Type="http://schemas.openxmlformats.org/officeDocument/2006/relationships/slide" Target="slide2.xml"/><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6.xml"/><Relationship Id="rId7" Type="http://schemas.openxmlformats.org/officeDocument/2006/relationships/slide" Target="slide2.xml"/><Relationship Id="rId2" Type="http://schemas.openxmlformats.org/officeDocument/2006/relationships/diagramData" Target="../diagrams/data6.xml"/><Relationship Id="rId1" Type="http://schemas.openxmlformats.org/officeDocument/2006/relationships/slideLayout" Target="../slideLayouts/slideLayout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3" Type="http://schemas.openxmlformats.org/officeDocument/2006/relationships/slide" Target="slide18.xml"/><Relationship Id="rId7"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slide" Target="slide20.xml"/><Relationship Id="rId4" Type="http://schemas.openxmlformats.org/officeDocument/2006/relationships/slide" Target="slide19.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2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7.xml"/><Relationship Id="rId7" Type="http://schemas.openxmlformats.org/officeDocument/2006/relationships/slide" Target="slide2.xml"/><Relationship Id="rId2" Type="http://schemas.openxmlformats.org/officeDocument/2006/relationships/diagramData" Target="../diagrams/data7.xml"/><Relationship Id="rId1" Type="http://schemas.openxmlformats.org/officeDocument/2006/relationships/slideLayout" Target="../slideLayouts/slideLayout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diagramLayout" Target="../diagrams/layout9.xml"/><Relationship Id="rId13" Type="http://schemas.openxmlformats.org/officeDocument/2006/relationships/image" Target="../media/image4.png"/><Relationship Id="rId3" Type="http://schemas.openxmlformats.org/officeDocument/2006/relationships/diagramLayout" Target="../diagrams/layout8.xml"/><Relationship Id="rId7" Type="http://schemas.openxmlformats.org/officeDocument/2006/relationships/diagramData" Target="../diagrams/data9.xml"/><Relationship Id="rId12" Type="http://schemas.openxmlformats.org/officeDocument/2006/relationships/slide" Target="slide2.xml"/><Relationship Id="rId2" Type="http://schemas.openxmlformats.org/officeDocument/2006/relationships/diagramData" Target="../diagrams/data8.xml"/><Relationship Id="rId1" Type="http://schemas.openxmlformats.org/officeDocument/2006/relationships/slideLayout" Target="../slideLayouts/slideLayout1.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10.xml"/><Relationship Id="rId7" Type="http://schemas.openxmlformats.org/officeDocument/2006/relationships/slide" Target="slide2.xml"/><Relationship Id="rId2" Type="http://schemas.openxmlformats.org/officeDocument/2006/relationships/diagramData" Target="../diagrams/data10.xml"/><Relationship Id="rId1" Type="http://schemas.openxmlformats.org/officeDocument/2006/relationships/slideLayout" Target="../slideLayouts/slideLayout1.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3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slide" Target="slide2.xml"/></Relationships>
</file>

<file path=ppt/slides/_rels/slide2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11.xml"/><Relationship Id="rId7" Type="http://schemas.openxmlformats.org/officeDocument/2006/relationships/slide" Target="slide2.xml"/><Relationship Id="rId2" Type="http://schemas.openxmlformats.org/officeDocument/2006/relationships/diagramData" Target="../diagrams/data11.xml"/><Relationship Id="rId1" Type="http://schemas.openxmlformats.org/officeDocument/2006/relationships/slideLayout" Target="../slideLayouts/slideLayout1.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diagramLayout" Target="../diagrams/layout13.xml"/><Relationship Id="rId13" Type="http://schemas.openxmlformats.org/officeDocument/2006/relationships/image" Target="../media/image4.png"/><Relationship Id="rId3" Type="http://schemas.openxmlformats.org/officeDocument/2006/relationships/diagramLayout" Target="../diagrams/layout12.xml"/><Relationship Id="rId7" Type="http://schemas.openxmlformats.org/officeDocument/2006/relationships/diagramData" Target="../diagrams/data13.xml"/><Relationship Id="rId12" Type="http://schemas.openxmlformats.org/officeDocument/2006/relationships/slide" Target="slide2.xml"/><Relationship Id="rId2" Type="http://schemas.openxmlformats.org/officeDocument/2006/relationships/diagramData" Target="../diagrams/data12.xml"/><Relationship Id="rId1" Type="http://schemas.openxmlformats.org/officeDocument/2006/relationships/slideLayout" Target="../slideLayouts/slideLayout1.xml"/><Relationship Id="rId6" Type="http://schemas.microsoft.com/office/2007/relationships/diagramDrawing" Target="../diagrams/drawing12.xml"/><Relationship Id="rId11" Type="http://schemas.microsoft.com/office/2007/relationships/diagramDrawing" Target="../diagrams/drawing13.xml"/><Relationship Id="rId5" Type="http://schemas.openxmlformats.org/officeDocument/2006/relationships/diagramColors" Target="../diagrams/colors12.xml"/><Relationship Id="rId10" Type="http://schemas.openxmlformats.org/officeDocument/2006/relationships/diagramColors" Target="../diagrams/colors13.xml"/><Relationship Id="rId4" Type="http://schemas.openxmlformats.org/officeDocument/2006/relationships/diagramQuickStyle" Target="../diagrams/quickStyle12.xml"/><Relationship Id="rId9" Type="http://schemas.openxmlformats.org/officeDocument/2006/relationships/diagramQuickStyle" Target="../diagrams/quickStyle13.xml"/></Relationships>
</file>

<file path=ppt/slides/_rels/slide3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14.xml"/><Relationship Id="rId7" Type="http://schemas.openxmlformats.org/officeDocument/2006/relationships/slide" Target="slide2.xml"/><Relationship Id="rId2" Type="http://schemas.openxmlformats.org/officeDocument/2006/relationships/diagramData" Target="../diagrams/data14.xml"/><Relationship Id="rId1" Type="http://schemas.openxmlformats.org/officeDocument/2006/relationships/slideLayout" Target="../slideLayouts/slideLayout1.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15.xml"/><Relationship Id="rId7" Type="http://schemas.openxmlformats.org/officeDocument/2006/relationships/slide" Target="slide2.xml"/><Relationship Id="rId2" Type="http://schemas.openxmlformats.org/officeDocument/2006/relationships/diagramData" Target="../diagrams/data15.xml"/><Relationship Id="rId1" Type="http://schemas.openxmlformats.org/officeDocument/2006/relationships/slideLayout" Target="../slideLayouts/slideLayout1.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4.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 Id="rId9"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5.jp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www.ipyme.org/es-ES/GuiasDinamicas/Paginas/Guiasdinamicas.aspx"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2 Imagen"/>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179512" y="1484784"/>
            <a:ext cx="7056784" cy="3789040"/>
          </a:xfrm>
          <a:prstGeom prst="rect">
            <a:avLst/>
          </a:prstGeom>
        </p:spPr>
      </p:pic>
      <p:sp>
        <p:nvSpPr>
          <p:cNvPr id="14" name="13 CuadroTexto"/>
          <p:cNvSpPr txBox="1"/>
          <p:nvPr/>
        </p:nvSpPr>
        <p:spPr>
          <a:xfrm>
            <a:off x="429816" y="2204864"/>
            <a:ext cx="7166520" cy="2585323"/>
          </a:xfrm>
          <a:prstGeom prst="rect">
            <a:avLst/>
          </a:prstGeom>
          <a:noFill/>
        </p:spPr>
        <p:txBody>
          <a:bodyPr wrap="square" rtlCol="0">
            <a:spAutoFit/>
          </a:bodyPr>
          <a:lstStyle/>
          <a:p>
            <a:r>
              <a:rPr lang="es-ES_tradnl" sz="5400" b="1" dirty="0">
                <a:solidFill>
                  <a:schemeClr val="accent2"/>
                </a:solidFill>
              </a:rPr>
              <a:t>Unidad 8            </a:t>
            </a:r>
          </a:p>
          <a:p>
            <a:r>
              <a:rPr lang="es-ES_tradnl" sz="5400" dirty="0">
                <a:solidFill>
                  <a:schemeClr val="accent2"/>
                </a:solidFill>
              </a:rPr>
              <a:t>Viabilidad económica financiera</a:t>
            </a:r>
            <a:endParaRPr lang="es-ES" sz="5400" dirty="0">
              <a:solidFill>
                <a:schemeClr val="accent2"/>
              </a:solidFill>
            </a:endParaRPr>
          </a:p>
        </p:txBody>
      </p:sp>
    </p:spTree>
    <p:extLst>
      <p:ext uri="{BB962C8B-B14F-4D97-AF65-F5344CB8AC3E}">
        <p14:creationId xmlns:p14="http://schemas.microsoft.com/office/powerpoint/2010/main" val="3717905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4326" y="-3340"/>
            <a:ext cx="5937834" cy="696036"/>
          </a:xfrm>
        </p:spPr>
        <p:txBody>
          <a:bodyPr>
            <a:normAutofit fontScale="90000"/>
          </a:bodyPr>
          <a:lstStyle/>
          <a:p>
            <a:pPr algn="l"/>
            <a:r>
              <a:rPr lang="es-ES_tradnl" b="1" dirty="0"/>
              <a:t>CONTENIDOS</a:t>
            </a:r>
            <a:endParaRPr lang="es-ES" b="1" dirty="0"/>
          </a:p>
        </p:txBody>
      </p:sp>
      <p:sp>
        <p:nvSpPr>
          <p:cNvPr id="5" name="4 Rectángulo">
            <a:hlinkClick r:id="rId2" action="ppaction://hlinksldjump" tooltip="click punto 1"/>
          </p:cNvPr>
          <p:cNvSpPr/>
          <p:nvPr/>
        </p:nvSpPr>
        <p:spPr>
          <a:xfrm>
            <a:off x="681173" y="1808472"/>
            <a:ext cx="6927676" cy="523220"/>
          </a:xfrm>
          <a:prstGeom prst="rect">
            <a:avLst/>
          </a:prstGeom>
        </p:spPr>
        <p:txBody>
          <a:bodyPr wrap="square">
            <a:spAutoFit/>
          </a:bodyPr>
          <a:lstStyle/>
          <a:p>
            <a:pPr lvl="0">
              <a:spcBef>
                <a:spcPct val="20000"/>
              </a:spcBef>
            </a:pPr>
            <a:r>
              <a:rPr lang="es-ES_tradnl" sz="2800" b="1" dirty="0">
                <a:solidFill>
                  <a:prstClr val="black"/>
                </a:solidFill>
              </a:rPr>
              <a:t>2. </a:t>
            </a:r>
            <a:r>
              <a:rPr lang="es-ES_tradnl" sz="2800" b="1" dirty="0">
                <a:solidFill>
                  <a:prstClr val="black"/>
                </a:solidFill>
                <a:hlinkClick r:id="rId3" action="ppaction://hlinksldjump"/>
              </a:rPr>
              <a:t>El análisis de costes</a:t>
            </a:r>
            <a:endParaRPr lang="es-ES_tradnl" sz="2800" b="1" dirty="0">
              <a:solidFill>
                <a:prstClr val="black"/>
              </a:solidFill>
            </a:endParaRPr>
          </a:p>
        </p:txBody>
      </p:sp>
      <p:sp>
        <p:nvSpPr>
          <p:cNvPr id="6" name="5 Rectángulo">
            <a:hlinkClick r:id="rId4" action="ppaction://hlinksldjump"/>
          </p:cNvPr>
          <p:cNvSpPr/>
          <p:nvPr/>
        </p:nvSpPr>
        <p:spPr>
          <a:xfrm>
            <a:off x="683568" y="2996952"/>
            <a:ext cx="7744157" cy="523220"/>
          </a:xfrm>
          <a:prstGeom prst="rect">
            <a:avLst/>
          </a:prstGeom>
        </p:spPr>
        <p:txBody>
          <a:bodyPr wrap="square">
            <a:spAutoFit/>
          </a:bodyPr>
          <a:lstStyle/>
          <a:p>
            <a:pPr lvl="0">
              <a:spcBef>
                <a:spcPct val="20000"/>
              </a:spcBef>
            </a:pPr>
            <a:r>
              <a:rPr lang="es-ES_tradnl" sz="2800" b="1" dirty="0">
                <a:solidFill>
                  <a:prstClr val="black"/>
                </a:solidFill>
              </a:rPr>
              <a:t>4. </a:t>
            </a:r>
            <a:r>
              <a:rPr lang="es-ES_tradnl" sz="2800" b="1" dirty="0">
                <a:solidFill>
                  <a:prstClr val="black"/>
                </a:solidFill>
                <a:hlinkClick r:id="rId5" action="ppaction://hlinksldjump"/>
              </a:rPr>
              <a:t>La financiación</a:t>
            </a:r>
            <a:endParaRPr lang="es-ES_tradnl" sz="2800" b="1" dirty="0">
              <a:solidFill>
                <a:prstClr val="black"/>
              </a:solidFill>
            </a:endParaRPr>
          </a:p>
        </p:txBody>
      </p:sp>
      <p:sp>
        <p:nvSpPr>
          <p:cNvPr id="10" name="9 Rectángulo">
            <a:hlinkClick r:id="rId5" action="ppaction://hlinksldjump"/>
          </p:cNvPr>
          <p:cNvSpPr/>
          <p:nvPr/>
        </p:nvSpPr>
        <p:spPr>
          <a:xfrm>
            <a:off x="683568" y="2401724"/>
            <a:ext cx="6927676" cy="523220"/>
          </a:xfrm>
          <a:prstGeom prst="rect">
            <a:avLst/>
          </a:prstGeom>
        </p:spPr>
        <p:txBody>
          <a:bodyPr wrap="square">
            <a:spAutoFit/>
          </a:bodyPr>
          <a:lstStyle/>
          <a:p>
            <a:pPr lvl="0">
              <a:spcBef>
                <a:spcPct val="20000"/>
              </a:spcBef>
            </a:pPr>
            <a:r>
              <a:rPr lang="es-ES_tradnl" sz="2800" b="1" dirty="0">
                <a:solidFill>
                  <a:prstClr val="black"/>
                </a:solidFill>
              </a:rPr>
              <a:t>3. </a:t>
            </a:r>
            <a:r>
              <a:rPr lang="es-ES_tradnl" sz="2800" b="1" dirty="0">
                <a:solidFill>
                  <a:prstClr val="black"/>
                </a:solidFill>
                <a:hlinkClick r:id="rId2" action="ppaction://hlinksldjump"/>
              </a:rPr>
              <a:t>La inversión y los gastos iniciales</a:t>
            </a:r>
            <a:endParaRPr lang="es-ES_tradnl" sz="2800" b="1" dirty="0">
              <a:solidFill>
                <a:prstClr val="black"/>
              </a:solidFill>
            </a:endParaRPr>
          </a:p>
        </p:txBody>
      </p:sp>
      <p:pic>
        <p:nvPicPr>
          <p:cNvPr id="15" name="14 Imagen"/>
          <p:cNvPicPr>
            <a:picLocks noChangeAspect="1"/>
          </p:cNvPicPr>
          <p:nvPr/>
        </p:nvPicPr>
        <p:blipFill>
          <a:blip r:embed="rId6" cstate="print">
            <a:lum bright="70000" contrast="-70000"/>
            <a:extLst>
              <a:ext uri="{28A0092B-C50C-407E-A947-70E740481C1C}">
                <a14:useLocalDpi xmlns:a14="http://schemas.microsoft.com/office/drawing/2010/main" val="0"/>
              </a:ext>
            </a:extLst>
          </a:blip>
          <a:stretch>
            <a:fillRect/>
          </a:stretch>
        </p:blipFill>
        <p:spPr>
          <a:xfrm rot="2666529">
            <a:off x="355961" y="1400709"/>
            <a:ext cx="351794" cy="442037"/>
          </a:xfrm>
          <a:prstGeom prst="rect">
            <a:avLst/>
          </a:prstGeom>
        </p:spPr>
      </p:pic>
      <p:sp>
        <p:nvSpPr>
          <p:cNvPr id="7" name="6 Rectángulo">
            <a:hlinkClick r:id="rId7" action="ppaction://hlinksldjump"/>
          </p:cNvPr>
          <p:cNvSpPr/>
          <p:nvPr/>
        </p:nvSpPr>
        <p:spPr>
          <a:xfrm>
            <a:off x="707232" y="3573016"/>
            <a:ext cx="7744157" cy="523220"/>
          </a:xfrm>
          <a:prstGeom prst="rect">
            <a:avLst/>
          </a:prstGeom>
        </p:spPr>
        <p:txBody>
          <a:bodyPr wrap="square">
            <a:spAutoFit/>
          </a:bodyPr>
          <a:lstStyle/>
          <a:p>
            <a:pPr lvl="0">
              <a:spcBef>
                <a:spcPct val="20000"/>
              </a:spcBef>
            </a:pPr>
            <a:r>
              <a:rPr lang="es-ES_tradnl" sz="2800" b="1" dirty="0">
                <a:solidFill>
                  <a:prstClr val="black"/>
                </a:solidFill>
              </a:rPr>
              <a:t>5.  </a:t>
            </a:r>
            <a:r>
              <a:rPr lang="es-ES_tradnl" sz="2800" b="1" dirty="0">
                <a:solidFill>
                  <a:prstClr val="black"/>
                </a:solidFill>
                <a:hlinkClick r:id="rId8" action="ppaction://hlinksldjump"/>
              </a:rPr>
              <a:t>El balance de situación</a:t>
            </a:r>
            <a:endParaRPr lang="es-ES_tradnl" sz="2800" b="1" dirty="0">
              <a:solidFill>
                <a:prstClr val="black"/>
              </a:solidFill>
            </a:endParaRPr>
          </a:p>
        </p:txBody>
      </p:sp>
      <p:sp>
        <p:nvSpPr>
          <p:cNvPr id="8" name="7 Rectángulo">
            <a:hlinkClick r:id="rId9" action="ppaction://hlinksldjump"/>
          </p:cNvPr>
          <p:cNvSpPr/>
          <p:nvPr/>
        </p:nvSpPr>
        <p:spPr>
          <a:xfrm>
            <a:off x="707232" y="4221088"/>
            <a:ext cx="7744157" cy="523220"/>
          </a:xfrm>
          <a:prstGeom prst="rect">
            <a:avLst/>
          </a:prstGeom>
        </p:spPr>
        <p:txBody>
          <a:bodyPr wrap="square">
            <a:spAutoFit/>
          </a:bodyPr>
          <a:lstStyle/>
          <a:p>
            <a:pPr lvl="0">
              <a:spcBef>
                <a:spcPct val="20000"/>
              </a:spcBef>
            </a:pPr>
            <a:r>
              <a:rPr lang="es-ES_tradnl" sz="2800" b="1" dirty="0">
                <a:solidFill>
                  <a:prstClr val="black"/>
                </a:solidFill>
              </a:rPr>
              <a:t>6. </a:t>
            </a:r>
            <a:r>
              <a:rPr lang="es-ES_tradnl" sz="2800" b="1" dirty="0">
                <a:solidFill>
                  <a:prstClr val="black"/>
                </a:solidFill>
                <a:hlinkClick r:id="rId10" action="ppaction://hlinksldjump"/>
              </a:rPr>
              <a:t>La cuenta de resultados</a:t>
            </a:r>
            <a:endParaRPr lang="es-ES_tradnl" sz="2800" b="1" dirty="0">
              <a:solidFill>
                <a:prstClr val="black"/>
              </a:solidFill>
            </a:endParaRPr>
          </a:p>
        </p:txBody>
      </p:sp>
      <p:sp>
        <p:nvSpPr>
          <p:cNvPr id="3" name="4 Rectángulo">
            <a:hlinkClick r:id="rId2" action="ppaction://hlinksldjump" tooltip="click punto 1"/>
            <a:extLst>
              <a:ext uri="{FF2B5EF4-FFF2-40B4-BE49-F238E27FC236}">
                <a16:creationId xmlns:a16="http://schemas.microsoft.com/office/drawing/2014/main" id="{2ADC08A4-0892-9073-A25D-3E854C581251}"/>
              </a:ext>
            </a:extLst>
          </p:cNvPr>
          <p:cNvSpPr/>
          <p:nvPr/>
        </p:nvSpPr>
        <p:spPr>
          <a:xfrm>
            <a:off x="681173" y="1193012"/>
            <a:ext cx="6927676" cy="523220"/>
          </a:xfrm>
          <a:prstGeom prst="rect">
            <a:avLst/>
          </a:prstGeom>
        </p:spPr>
        <p:txBody>
          <a:bodyPr wrap="square">
            <a:spAutoFit/>
          </a:bodyPr>
          <a:lstStyle/>
          <a:p>
            <a:pPr marL="514350" lvl="0" indent="-514350">
              <a:spcBef>
                <a:spcPct val="20000"/>
              </a:spcBef>
              <a:buFont typeface="Arial" pitchFamily="34" charset="0"/>
              <a:buAutoNum type="arabicPeriod"/>
            </a:pPr>
            <a:r>
              <a:rPr lang="es-ES_tradnl" sz="2800" b="1" dirty="0">
                <a:solidFill>
                  <a:prstClr val="black"/>
                </a:solidFill>
                <a:hlinkClick r:id="rId11" action="ppaction://hlinksldjump"/>
              </a:rPr>
              <a:t>El plan de producción</a:t>
            </a:r>
            <a:endParaRPr lang="es-ES_tradnl" sz="2800" b="1" dirty="0">
              <a:solidFill>
                <a:prstClr val="black"/>
              </a:solidFill>
            </a:endParaRPr>
          </a:p>
        </p:txBody>
      </p:sp>
      <p:sp>
        <p:nvSpPr>
          <p:cNvPr id="4" name="4 Rectángulo">
            <a:hlinkClick r:id="rId2" action="ppaction://hlinksldjump" tooltip="click punto 1"/>
            <a:extLst>
              <a:ext uri="{FF2B5EF4-FFF2-40B4-BE49-F238E27FC236}">
                <a16:creationId xmlns:a16="http://schemas.microsoft.com/office/drawing/2014/main" id="{34A63705-197D-8F1A-EFE8-ACDC0BD49367}"/>
              </a:ext>
            </a:extLst>
          </p:cNvPr>
          <p:cNvSpPr/>
          <p:nvPr/>
        </p:nvSpPr>
        <p:spPr>
          <a:xfrm>
            <a:off x="714985" y="5373216"/>
            <a:ext cx="6927676" cy="523220"/>
          </a:xfrm>
          <a:prstGeom prst="rect">
            <a:avLst/>
          </a:prstGeom>
        </p:spPr>
        <p:txBody>
          <a:bodyPr wrap="square">
            <a:spAutoFit/>
          </a:bodyPr>
          <a:lstStyle/>
          <a:p>
            <a:pPr lvl="0">
              <a:spcBef>
                <a:spcPct val="20000"/>
              </a:spcBef>
            </a:pPr>
            <a:r>
              <a:rPr lang="es-ES_tradnl" sz="2800" b="1" dirty="0">
                <a:solidFill>
                  <a:prstClr val="black"/>
                </a:solidFill>
              </a:rPr>
              <a:t>8. </a:t>
            </a:r>
            <a:r>
              <a:rPr lang="es-ES_tradnl" sz="2800" b="1" dirty="0">
                <a:solidFill>
                  <a:prstClr val="black"/>
                </a:solidFill>
                <a:hlinkClick r:id="rId12" action="ppaction://hlinksldjump"/>
              </a:rPr>
              <a:t>El análisis del balance</a:t>
            </a:r>
            <a:endParaRPr lang="es-ES_tradnl" sz="2800" b="1" dirty="0">
              <a:solidFill>
                <a:prstClr val="black"/>
              </a:solidFill>
            </a:endParaRPr>
          </a:p>
        </p:txBody>
      </p:sp>
      <p:sp>
        <p:nvSpPr>
          <p:cNvPr id="9" name="7 Rectángulo">
            <a:hlinkClick r:id="rId9" action="ppaction://hlinksldjump"/>
            <a:extLst>
              <a:ext uri="{FF2B5EF4-FFF2-40B4-BE49-F238E27FC236}">
                <a16:creationId xmlns:a16="http://schemas.microsoft.com/office/drawing/2014/main" id="{1096774B-695A-8D9F-079C-E5A9B3D3B48A}"/>
              </a:ext>
            </a:extLst>
          </p:cNvPr>
          <p:cNvSpPr/>
          <p:nvPr/>
        </p:nvSpPr>
        <p:spPr>
          <a:xfrm>
            <a:off x="740728" y="4797152"/>
            <a:ext cx="7744157" cy="523220"/>
          </a:xfrm>
          <a:prstGeom prst="rect">
            <a:avLst/>
          </a:prstGeom>
        </p:spPr>
        <p:txBody>
          <a:bodyPr wrap="square">
            <a:spAutoFit/>
          </a:bodyPr>
          <a:lstStyle/>
          <a:p>
            <a:pPr lvl="0">
              <a:spcBef>
                <a:spcPct val="20000"/>
              </a:spcBef>
            </a:pPr>
            <a:r>
              <a:rPr lang="es-ES_tradnl" sz="2800" b="1" dirty="0">
                <a:solidFill>
                  <a:prstClr val="black"/>
                </a:solidFill>
              </a:rPr>
              <a:t>7. </a:t>
            </a:r>
            <a:r>
              <a:rPr lang="es-ES_tradnl" sz="2800" b="1" dirty="0">
                <a:solidFill>
                  <a:prstClr val="black"/>
                </a:solidFill>
                <a:hlinkClick r:id="rId13" action="ppaction://hlinksldjump"/>
              </a:rPr>
              <a:t>El plan de tesorería</a:t>
            </a:r>
            <a:endParaRPr lang="es-ES_tradnl" sz="2800" b="1" dirty="0">
              <a:solidFill>
                <a:prstClr val="black"/>
              </a:solidFill>
            </a:endParaRPr>
          </a:p>
        </p:txBody>
      </p:sp>
    </p:spTree>
    <p:extLst>
      <p:ext uri="{BB962C8B-B14F-4D97-AF65-F5344CB8AC3E}">
        <p14:creationId xmlns:p14="http://schemas.microsoft.com/office/powerpoint/2010/main" val="789345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6BD1AC-2EBF-44D1-B0D1-F59DCD73211D}"/>
              </a:ext>
            </a:extLst>
          </p:cNvPr>
          <p:cNvSpPr>
            <a:spLocks noGrp="1"/>
          </p:cNvSpPr>
          <p:nvPr>
            <p:ph type="ctrTitle"/>
          </p:nvPr>
        </p:nvSpPr>
        <p:spPr>
          <a:xfrm>
            <a:off x="685800" y="1052736"/>
            <a:ext cx="7772400" cy="1470025"/>
          </a:xfrm>
        </p:spPr>
        <p:txBody>
          <a:bodyPr/>
          <a:lstStyle/>
          <a:p>
            <a:r>
              <a:rPr lang="es-ES" dirty="0">
                <a:solidFill>
                  <a:srgbClr val="92D050"/>
                </a:solidFill>
              </a:rPr>
              <a:t>RECUERDA</a:t>
            </a:r>
          </a:p>
        </p:txBody>
      </p:sp>
      <p:sp>
        <p:nvSpPr>
          <p:cNvPr id="3" name="Subtítulo 2">
            <a:extLst>
              <a:ext uri="{FF2B5EF4-FFF2-40B4-BE49-F238E27FC236}">
                <a16:creationId xmlns:a16="http://schemas.microsoft.com/office/drawing/2014/main" id="{8079A394-C202-402E-A66F-0D05BA4A87D2}"/>
              </a:ext>
            </a:extLst>
          </p:cNvPr>
          <p:cNvSpPr>
            <a:spLocks noGrp="1"/>
          </p:cNvSpPr>
          <p:nvPr>
            <p:ph type="subTitle" idx="1"/>
          </p:nvPr>
        </p:nvSpPr>
        <p:spPr>
          <a:xfrm>
            <a:off x="1371600" y="2348880"/>
            <a:ext cx="6400800" cy="2592288"/>
          </a:xfrm>
        </p:spPr>
        <p:txBody>
          <a:bodyPr/>
          <a:lstStyle/>
          <a:p>
            <a:r>
              <a:rPr lang="es-ES" dirty="0">
                <a:solidFill>
                  <a:schemeClr val="tx2">
                    <a:lumMod val="60000"/>
                    <a:lumOff val="40000"/>
                  </a:schemeClr>
                </a:solidFill>
              </a:rPr>
              <a:t>ACCEDE A VÍDEOS Y ENLACES</a:t>
            </a:r>
          </a:p>
          <a:p>
            <a:r>
              <a:rPr lang="es-ES" dirty="0">
                <a:solidFill>
                  <a:schemeClr val="tx2">
                    <a:lumMod val="60000"/>
                    <a:lumOff val="40000"/>
                  </a:schemeClr>
                </a:solidFill>
              </a:rPr>
              <a:t>EN EL LIBRO DIGITAL DE IPE II</a:t>
            </a:r>
          </a:p>
          <a:p>
            <a:r>
              <a:rPr lang="es-ES" dirty="0">
                <a:solidFill>
                  <a:schemeClr val="tx2">
                    <a:lumMod val="60000"/>
                    <a:lumOff val="40000"/>
                  </a:schemeClr>
                </a:solidFill>
              </a:rPr>
              <a:t>CON TUS CLAVES</a:t>
            </a:r>
          </a:p>
          <a:p>
            <a:r>
              <a:rPr lang="es-ES" dirty="0">
                <a:solidFill>
                  <a:schemeClr val="tx2">
                    <a:lumMod val="60000"/>
                    <a:lumOff val="40000"/>
                  </a:schemeClr>
                </a:solidFill>
                <a:hlinkClick r:id="rId2"/>
              </a:rPr>
              <a:t>AQUÍ</a:t>
            </a:r>
            <a:endParaRPr lang="es-ES" dirty="0">
              <a:solidFill>
                <a:schemeClr val="tx2">
                  <a:lumMod val="60000"/>
                  <a:lumOff val="40000"/>
                </a:schemeClr>
              </a:solidFill>
            </a:endParaRPr>
          </a:p>
        </p:txBody>
      </p:sp>
    </p:spTree>
    <p:extLst>
      <p:ext uri="{BB962C8B-B14F-4D97-AF65-F5344CB8AC3E}">
        <p14:creationId xmlns:p14="http://schemas.microsoft.com/office/powerpoint/2010/main" val="2419554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1 Título"/>
          <p:cNvSpPr txBox="1">
            <a:spLocks/>
          </p:cNvSpPr>
          <p:nvPr/>
        </p:nvSpPr>
        <p:spPr>
          <a:xfrm>
            <a:off x="35496" y="1684"/>
            <a:ext cx="8229600" cy="61578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1. El plan de producción</a:t>
            </a:r>
          </a:p>
        </p:txBody>
      </p:sp>
      <p:sp>
        <p:nvSpPr>
          <p:cNvPr id="31" name="30 Rectángulo"/>
          <p:cNvSpPr/>
          <p:nvPr/>
        </p:nvSpPr>
        <p:spPr>
          <a:xfrm>
            <a:off x="251705" y="1052736"/>
            <a:ext cx="8640589" cy="4247317"/>
          </a:xfrm>
          <a:prstGeom prst="rect">
            <a:avLst/>
          </a:prstGeom>
        </p:spPr>
        <p:txBody>
          <a:bodyPr wrap="square">
            <a:spAutoFit/>
          </a:bodyPr>
          <a:lstStyle/>
          <a:p>
            <a:pPr lvl="0"/>
            <a:r>
              <a:rPr lang="es-ES_tradnl" dirty="0">
                <a:solidFill>
                  <a:prstClr val="black"/>
                </a:solidFill>
              </a:rPr>
              <a:t>Toda empresa debe realizarlo bien porque fabrica un producto o ofrece un servicio (organizar la prestación del producto o servicio y los costes.)</a:t>
            </a:r>
          </a:p>
          <a:p>
            <a:pPr lvl="0"/>
            <a:endParaRPr lang="es-ES_tradnl" dirty="0">
              <a:solidFill>
                <a:prstClr val="black"/>
              </a:solidFill>
            </a:endParaRPr>
          </a:p>
          <a:p>
            <a:pPr marL="285750" lvl="0" indent="-285750">
              <a:buFont typeface="Wingdings"/>
              <a:buChar char="à"/>
            </a:pPr>
            <a:r>
              <a:rPr lang="es-ES_tradnl" dirty="0">
                <a:solidFill>
                  <a:prstClr val="black"/>
                </a:solidFill>
              </a:rPr>
              <a:t>Permite reflexionar sobre lo que ofrecemos y cómo lo ofrecemos y medios materiales y humanos</a:t>
            </a:r>
          </a:p>
          <a:p>
            <a:pPr lvl="0"/>
            <a:endParaRPr lang="es-ES_tradnl" dirty="0">
              <a:solidFill>
                <a:prstClr val="black"/>
              </a:solidFill>
            </a:endParaRPr>
          </a:p>
          <a:p>
            <a:pPr marL="285750" lvl="0" indent="-285750">
              <a:buFont typeface="Wingdings"/>
              <a:buChar char="à"/>
            </a:pPr>
            <a:r>
              <a:rPr lang="es-ES_tradnl" dirty="0">
                <a:solidFill>
                  <a:prstClr val="black"/>
                </a:solidFill>
              </a:rPr>
              <a:t>Punto de partida para estudiar la viabilidad económica-financiera: </a:t>
            </a:r>
          </a:p>
          <a:p>
            <a:pPr marL="742950" lvl="1" indent="-285750">
              <a:buFont typeface="Arial" panose="020B0604020202020204" pitchFamily="34" charset="0"/>
              <a:buChar char="•"/>
            </a:pPr>
            <a:r>
              <a:rPr lang="es-ES_tradnl" dirty="0">
                <a:solidFill>
                  <a:prstClr val="black"/>
                </a:solidFill>
              </a:rPr>
              <a:t>Base analizar costes fijos y variables y del umbral de rentabilidad</a:t>
            </a:r>
          </a:p>
          <a:p>
            <a:pPr marL="742950" lvl="1" indent="-285750">
              <a:buFont typeface="Arial" panose="020B0604020202020204" pitchFamily="34" charset="0"/>
              <a:buChar char="•"/>
            </a:pPr>
            <a:r>
              <a:rPr lang="es-ES_tradnl" dirty="0">
                <a:solidFill>
                  <a:prstClr val="black"/>
                </a:solidFill>
              </a:rPr>
              <a:t>Con ello podemos elaborar el plan de inversiones y gastos iniciales y hacernos una idea de la financiación necesaria.</a:t>
            </a:r>
          </a:p>
          <a:p>
            <a:pPr marL="742950" lvl="1" indent="-285750">
              <a:buFont typeface="Arial" panose="020B0604020202020204" pitchFamily="34" charset="0"/>
              <a:buChar char="•"/>
            </a:pPr>
            <a:r>
              <a:rPr lang="es-ES_tradnl" dirty="0">
                <a:solidFill>
                  <a:prstClr val="black"/>
                </a:solidFill>
              </a:rPr>
              <a:t>Balance contable, cuenta de resultados (cuenta de perdidas y ganancias) y previsión de tesorería.</a:t>
            </a:r>
          </a:p>
          <a:p>
            <a:pPr marL="742950" lvl="1" indent="-285750">
              <a:buFont typeface="Arial" panose="020B0604020202020204" pitchFamily="34" charset="0"/>
              <a:buChar char="•"/>
            </a:pPr>
            <a:r>
              <a:rPr lang="es-ES_tradnl" dirty="0">
                <a:solidFill>
                  <a:prstClr val="black"/>
                </a:solidFill>
              </a:rPr>
              <a:t>Sin un plan de producción adecuado no podremos estimar los costes y por tanto determinar de la forma más concreta posible la viabilidad del proyecto </a:t>
            </a:r>
          </a:p>
          <a:p>
            <a:pPr lvl="1"/>
            <a:endParaRPr lang="es-ES_tradnl" dirty="0">
              <a:solidFill>
                <a:prstClr val="black"/>
              </a:solidFill>
            </a:endParaRPr>
          </a:p>
        </p:txBody>
      </p:sp>
      <p:sp>
        <p:nvSpPr>
          <p:cNvPr id="4" name="10 Flecha derecha">
            <a:hlinkClick r:id="" action="ppaction://hlinkshowjump?jump=nextslide"/>
            <a:extLst>
              <a:ext uri="{FF2B5EF4-FFF2-40B4-BE49-F238E27FC236}">
                <a16:creationId xmlns:a16="http://schemas.microsoft.com/office/drawing/2014/main" id="{B917B47B-7EED-086C-0121-F7CBD11F6F34}"/>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Tree>
    <p:extLst>
      <p:ext uri="{BB962C8B-B14F-4D97-AF65-F5344CB8AC3E}">
        <p14:creationId xmlns:p14="http://schemas.microsoft.com/office/powerpoint/2010/main" val="2314731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00A28-90E1-6A6B-5317-5AB3E04ECF3C}"/>
            </a:ext>
          </a:extLst>
        </p:cNvPr>
        <p:cNvGrpSpPr/>
        <p:nvPr/>
      </p:nvGrpSpPr>
      <p:grpSpPr>
        <a:xfrm>
          <a:off x="0" y="0"/>
          <a:ext cx="0" cy="0"/>
          <a:chOff x="0" y="0"/>
          <a:chExt cx="0" cy="0"/>
        </a:xfrm>
      </p:grpSpPr>
      <p:sp>
        <p:nvSpPr>
          <p:cNvPr id="20" name="1 Título">
            <a:extLst>
              <a:ext uri="{FF2B5EF4-FFF2-40B4-BE49-F238E27FC236}">
                <a16:creationId xmlns:a16="http://schemas.microsoft.com/office/drawing/2014/main" id="{F4910C41-9708-7992-B80C-72FA3C5F8CDD}"/>
              </a:ext>
            </a:extLst>
          </p:cNvPr>
          <p:cNvSpPr txBox="1">
            <a:spLocks/>
          </p:cNvSpPr>
          <p:nvPr/>
        </p:nvSpPr>
        <p:spPr>
          <a:xfrm>
            <a:off x="35496" y="1684"/>
            <a:ext cx="8229600" cy="61578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1. El plan de producción</a:t>
            </a:r>
          </a:p>
        </p:txBody>
      </p:sp>
      <p:sp>
        <p:nvSpPr>
          <p:cNvPr id="31" name="30 Rectángulo">
            <a:extLst>
              <a:ext uri="{FF2B5EF4-FFF2-40B4-BE49-F238E27FC236}">
                <a16:creationId xmlns:a16="http://schemas.microsoft.com/office/drawing/2014/main" id="{50EF9541-2BFF-0F62-D4FD-BD98DC57A525}"/>
              </a:ext>
            </a:extLst>
          </p:cNvPr>
          <p:cNvSpPr/>
          <p:nvPr/>
        </p:nvSpPr>
        <p:spPr>
          <a:xfrm>
            <a:off x="251705" y="1041053"/>
            <a:ext cx="8640589" cy="646331"/>
          </a:xfrm>
          <a:prstGeom prst="rect">
            <a:avLst/>
          </a:prstGeom>
        </p:spPr>
        <p:txBody>
          <a:bodyPr wrap="square">
            <a:spAutoFit/>
          </a:bodyPr>
          <a:lstStyle/>
          <a:p>
            <a:pPr lvl="0"/>
            <a:r>
              <a:rPr lang="es-ES_tradnl" dirty="0">
                <a:solidFill>
                  <a:prstClr val="black"/>
                </a:solidFill>
              </a:rPr>
              <a:t>A la hora de elaborarlo es difícil establecer pautas generales para todo tipo de empresa desarrollamos dos ejemplos de esquema de un bien y un servicio</a:t>
            </a:r>
          </a:p>
        </p:txBody>
      </p:sp>
      <p:sp>
        <p:nvSpPr>
          <p:cNvPr id="34" name="33 Rectángulo">
            <a:extLst>
              <a:ext uri="{FF2B5EF4-FFF2-40B4-BE49-F238E27FC236}">
                <a16:creationId xmlns:a16="http://schemas.microsoft.com/office/drawing/2014/main" id="{BB8652D1-77B2-0D5A-E7D0-48F518B6D908}"/>
              </a:ext>
            </a:extLst>
          </p:cNvPr>
          <p:cNvSpPr/>
          <p:nvPr/>
        </p:nvSpPr>
        <p:spPr>
          <a:xfrm>
            <a:off x="3526575" y="2285345"/>
            <a:ext cx="3262135"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¿Cuántas unidades necesito fabricar?</a:t>
            </a:r>
            <a:endParaRPr lang="es-ES" sz="1600" dirty="0"/>
          </a:p>
        </p:txBody>
      </p:sp>
      <p:sp>
        <p:nvSpPr>
          <p:cNvPr id="38" name="37 Flecha derecha">
            <a:extLst>
              <a:ext uri="{FF2B5EF4-FFF2-40B4-BE49-F238E27FC236}">
                <a16:creationId xmlns:a16="http://schemas.microsoft.com/office/drawing/2014/main" id="{D608E4FA-25C0-0F76-0498-A331FE81065D}"/>
              </a:ext>
            </a:extLst>
          </p:cNvPr>
          <p:cNvSpPr/>
          <p:nvPr/>
        </p:nvSpPr>
        <p:spPr>
          <a:xfrm rot="19439279">
            <a:off x="2967699" y="2588494"/>
            <a:ext cx="495961" cy="185961"/>
          </a:xfrm>
          <a:prstGeom prst="right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41" name="40 CuadroTexto">
            <a:extLst>
              <a:ext uri="{FF2B5EF4-FFF2-40B4-BE49-F238E27FC236}">
                <a16:creationId xmlns:a16="http://schemas.microsoft.com/office/drawing/2014/main" id="{BE4BF446-7E36-5EB3-35AE-73C0006CA9C9}"/>
              </a:ext>
            </a:extLst>
          </p:cNvPr>
          <p:cNvSpPr txBox="1"/>
          <p:nvPr/>
        </p:nvSpPr>
        <p:spPr>
          <a:xfrm>
            <a:off x="150314" y="2948327"/>
            <a:ext cx="2695305" cy="646331"/>
          </a:xfrm>
          <a:prstGeom prst="rect">
            <a:avLst/>
          </a:prstGeom>
          <a:solidFill>
            <a:srgbClr val="92D050"/>
          </a:solidFill>
          <a:ln>
            <a:solidFill>
              <a:srgbClr val="00B050"/>
            </a:solidFill>
          </a:ln>
          <a:effectLst>
            <a:outerShdw blurRad="76200" dir="13500000" sy="23000" kx="1200000" algn="br" rotWithShape="0">
              <a:prstClr val="black">
                <a:alpha val="20000"/>
              </a:prstClr>
            </a:outerShdw>
          </a:effectLst>
        </p:spPr>
        <p:txBody>
          <a:bodyPr wrap="square" rtlCol="0">
            <a:spAutoFit/>
          </a:bodyPr>
          <a:lstStyle>
            <a:defPPr>
              <a:defRPr lang="es-ES"/>
            </a:defPPr>
            <a:lvl1pPr>
              <a:defRPr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s-ES_tradnl" dirty="0"/>
              <a:t>Plan de producción</a:t>
            </a:r>
          </a:p>
          <a:p>
            <a:pPr algn="ctr"/>
            <a:r>
              <a:rPr lang="es-ES_tradnl" b="0" dirty="0"/>
              <a:t>(fabricación de un bien)</a:t>
            </a:r>
            <a:endParaRPr lang="es-ES" b="0" dirty="0"/>
          </a:p>
        </p:txBody>
      </p:sp>
      <p:sp>
        <p:nvSpPr>
          <p:cNvPr id="27" name="26 Rectángulo">
            <a:extLst>
              <a:ext uri="{FF2B5EF4-FFF2-40B4-BE49-F238E27FC236}">
                <a16:creationId xmlns:a16="http://schemas.microsoft.com/office/drawing/2014/main" id="{8F2AD8EB-61F5-17E5-A867-3ED36CC8EEA3}"/>
              </a:ext>
            </a:extLst>
          </p:cNvPr>
          <p:cNvSpPr/>
          <p:nvPr/>
        </p:nvSpPr>
        <p:spPr>
          <a:xfrm>
            <a:off x="3620761" y="2733211"/>
            <a:ext cx="4623647"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¿Qué materias primas necesito?¿Maquinaria?</a:t>
            </a:r>
            <a:endParaRPr lang="es-ES" sz="1600" dirty="0"/>
          </a:p>
        </p:txBody>
      </p:sp>
      <p:sp>
        <p:nvSpPr>
          <p:cNvPr id="24" name="23 Flecha derecha">
            <a:extLst>
              <a:ext uri="{FF2B5EF4-FFF2-40B4-BE49-F238E27FC236}">
                <a16:creationId xmlns:a16="http://schemas.microsoft.com/office/drawing/2014/main" id="{6FC75758-8512-B84A-B827-3FBD3E73CB22}"/>
              </a:ext>
            </a:extLst>
          </p:cNvPr>
          <p:cNvSpPr/>
          <p:nvPr/>
        </p:nvSpPr>
        <p:spPr>
          <a:xfrm rot="20393918">
            <a:off x="3035008" y="2922711"/>
            <a:ext cx="495961" cy="185961"/>
          </a:xfrm>
          <a:prstGeom prst="right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25" name="24 Rectángulo">
            <a:extLst>
              <a:ext uri="{FF2B5EF4-FFF2-40B4-BE49-F238E27FC236}">
                <a16:creationId xmlns:a16="http://schemas.microsoft.com/office/drawing/2014/main" id="{CF7F4307-44E7-53C6-DDB5-844661A7B999}"/>
              </a:ext>
            </a:extLst>
          </p:cNvPr>
          <p:cNvSpPr/>
          <p:nvPr/>
        </p:nvSpPr>
        <p:spPr>
          <a:xfrm>
            <a:off x="3620762" y="3193521"/>
            <a:ext cx="5055694"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¿Qué tareas conlleva el proceso?¿Cómo se van a realizar?</a:t>
            </a:r>
            <a:endParaRPr lang="es-ES" sz="1600" dirty="0"/>
          </a:p>
        </p:txBody>
      </p:sp>
      <p:sp>
        <p:nvSpPr>
          <p:cNvPr id="28" name="27 Flecha derecha">
            <a:extLst>
              <a:ext uri="{FF2B5EF4-FFF2-40B4-BE49-F238E27FC236}">
                <a16:creationId xmlns:a16="http://schemas.microsoft.com/office/drawing/2014/main" id="{3455A6C0-310B-A071-4F2E-EE60F23C9D76}"/>
              </a:ext>
            </a:extLst>
          </p:cNvPr>
          <p:cNvSpPr/>
          <p:nvPr/>
        </p:nvSpPr>
        <p:spPr>
          <a:xfrm>
            <a:off x="3030614" y="3250375"/>
            <a:ext cx="495961" cy="185961"/>
          </a:xfrm>
          <a:prstGeom prst="right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29" name="28 Rectángulo">
            <a:extLst>
              <a:ext uri="{FF2B5EF4-FFF2-40B4-BE49-F238E27FC236}">
                <a16:creationId xmlns:a16="http://schemas.microsoft.com/office/drawing/2014/main" id="{CB0732E6-1685-DC7D-7793-B00941FB8AAF}"/>
              </a:ext>
            </a:extLst>
          </p:cNvPr>
          <p:cNvSpPr/>
          <p:nvPr/>
        </p:nvSpPr>
        <p:spPr>
          <a:xfrm>
            <a:off x="3629452" y="3594658"/>
            <a:ext cx="2238692"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¿Quién las va a realizar?</a:t>
            </a:r>
            <a:endParaRPr lang="es-ES" sz="1600" dirty="0"/>
          </a:p>
        </p:txBody>
      </p:sp>
      <p:sp>
        <p:nvSpPr>
          <p:cNvPr id="32" name="31 Flecha derecha">
            <a:extLst>
              <a:ext uri="{FF2B5EF4-FFF2-40B4-BE49-F238E27FC236}">
                <a16:creationId xmlns:a16="http://schemas.microsoft.com/office/drawing/2014/main" id="{F6A8F90A-6F33-B5BE-B671-EE9C61582332}"/>
              </a:ext>
            </a:extLst>
          </p:cNvPr>
          <p:cNvSpPr/>
          <p:nvPr/>
        </p:nvSpPr>
        <p:spPr>
          <a:xfrm rot="2921940">
            <a:off x="2848283" y="3845790"/>
            <a:ext cx="495961" cy="185961"/>
          </a:xfrm>
          <a:prstGeom prst="right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33" name="32 Rectángulo">
            <a:extLst>
              <a:ext uri="{FF2B5EF4-FFF2-40B4-BE49-F238E27FC236}">
                <a16:creationId xmlns:a16="http://schemas.microsoft.com/office/drawing/2014/main" id="{1E2B7696-4266-3804-C8E2-1DEA225B0B28}"/>
              </a:ext>
            </a:extLst>
          </p:cNvPr>
          <p:cNvSpPr/>
          <p:nvPr/>
        </p:nvSpPr>
        <p:spPr>
          <a:xfrm>
            <a:off x="3388886" y="4002829"/>
            <a:ext cx="2479258"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¿Cuándo se van a realizar?</a:t>
            </a:r>
            <a:endParaRPr lang="es-ES" sz="1600" dirty="0"/>
          </a:p>
        </p:txBody>
      </p:sp>
      <p:sp>
        <p:nvSpPr>
          <p:cNvPr id="35" name="34 Flecha derecha">
            <a:extLst>
              <a:ext uri="{FF2B5EF4-FFF2-40B4-BE49-F238E27FC236}">
                <a16:creationId xmlns:a16="http://schemas.microsoft.com/office/drawing/2014/main" id="{82E70800-EA87-7A5B-F8A6-8D21ED2CE5B8}"/>
              </a:ext>
            </a:extLst>
          </p:cNvPr>
          <p:cNvSpPr/>
          <p:nvPr/>
        </p:nvSpPr>
        <p:spPr>
          <a:xfrm rot="1233365">
            <a:off x="3030614" y="3594658"/>
            <a:ext cx="461961" cy="185961"/>
          </a:xfrm>
          <a:prstGeom prst="right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36" name="35 Rectángulo">
            <a:extLst>
              <a:ext uri="{FF2B5EF4-FFF2-40B4-BE49-F238E27FC236}">
                <a16:creationId xmlns:a16="http://schemas.microsoft.com/office/drawing/2014/main" id="{953D73B4-16DB-D9DB-1825-8E761E21AA5B}"/>
              </a:ext>
            </a:extLst>
          </p:cNvPr>
          <p:cNvSpPr/>
          <p:nvPr/>
        </p:nvSpPr>
        <p:spPr>
          <a:xfrm>
            <a:off x="3666889" y="4494210"/>
            <a:ext cx="4167649" cy="338554"/>
          </a:xfrm>
          <a:prstGeom prst="rect">
            <a:avLst/>
          </a:prstGeom>
          <a:ln>
            <a:solidFill>
              <a:schemeClr val="tx2"/>
            </a:solidFill>
          </a:ln>
        </p:spPr>
        <p:txBody>
          <a:bodyPr wrap="square">
            <a:spAutoFit/>
          </a:bodyPr>
          <a:lstStyle/>
          <a:p>
            <a:r>
              <a:rPr lang="es-ES_tradnl" sz="1600" dirty="0">
                <a:solidFill>
                  <a:prstClr val="black"/>
                </a:solidFill>
                <a:sym typeface="Wingdings" pitchFamily="2" charset="2"/>
              </a:rPr>
              <a:t>¿Cuántos clientes entran al día, semana o mes?</a:t>
            </a:r>
            <a:endParaRPr lang="es-ES" sz="1600" dirty="0"/>
          </a:p>
        </p:txBody>
      </p:sp>
      <p:sp>
        <p:nvSpPr>
          <p:cNvPr id="40" name="39 Flecha derecha">
            <a:extLst>
              <a:ext uri="{FF2B5EF4-FFF2-40B4-BE49-F238E27FC236}">
                <a16:creationId xmlns:a16="http://schemas.microsoft.com/office/drawing/2014/main" id="{473330A6-6BB8-9BA3-51BC-DF073B548B2E}"/>
              </a:ext>
            </a:extLst>
          </p:cNvPr>
          <p:cNvSpPr/>
          <p:nvPr/>
        </p:nvSpPr>
        <p:spPr>
          <a:xfrm rot="20699893">
            <a:off x="3014999" y="4695095"/>
            <a:ext cx="495961" cy="185961"/>
          </a:xfrm>
          <a:prstGeom prst="rightArrow">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50" name="49 CuadroTexto">
            <a:extLst>
              <a:ext uri="{FF2B5EF4-FFF2-40B4-BE49-F238E27FC236}">
                <a16:creationId xmlns:a16="http://schemas.microsoft.com/office/drawing/2014/main" id="{A3F9D2E2-AE2A-6A21-56E2-94C4D35B0DAC}"/>
              </a:ext>
            </a:extLst>
          </p:cNvPr>
          <p:cNvSpPr txBox="1"/>
          <p:nvPr/>
        </p:nvSpPr>
        <p:spPr>
          <a:xfrm>
            <a:off x="196442" y="4877883"/>
            <a:ext cx="2695305" cy="646331"/>
          </a:xfrm>
          <a:prstGeom prst="rect">
            <a:avLst/>
          </a:prstGeom>
          <a:solidFill>
            <a:schemeClr val="tx2">
              <a:lumMod val="60000"/>
              <a:lumOff val="40000"/>
            </a:schemeClr>
          </a:solidFill>
          <a:ln>
            <a:solidFill>
              <a:schemeClr val="tx2"/>
            </a:solidFill>
          </a:ln>
          <a:effectLst>
            <a:outerShdw blurRad="76200" dir="13500000" sy="23000" kx="1200000" algn="br" rotWithShape="0">
              <a:prstClr val="black">
                <a:alpha val="20000"/>
              </a:prstClr>
            </a:outerShdw>
          </a:effectLst>
        </p:spPr>
        <p:txBody>
          <a:bodyPr wrap="square" rtlCol="0">
            <a:spAutoFit/>
          </a:bodyPr>
          <a:lstStyle>
            <a:defPPr>
              <a:defRPr lang="es-ES"/>
            </a:defPPr>
            <a:lvl1pPr>
              <a:defRPr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s-ES_tradnl" dirty="0"/>
              <a:t>Plan de producción</a:t>
            </a:r>
          </a:p>
          <a:p>
            <a:pPr algn="ctr"/>
            <a:r>
              <a:rPr lang="es-ES_tradnl" b="0" dirty="0"/>
              <a:t>(prestación de servicios)</a:t>
            </a:r>
            <a:endParaRPr lang="es-ES" b="0" dirty="0"/>
          </a:p>
        </p:txBody>
      </p:sp>
      <p:sp>
        <p:nvSpPr>
          <p:cNvPr id="51" name="50 Rectángulo">
            <a:extLst>
              <a:ext uri="{FF2B5EF4-FFF2-40B4-BE49-F238E27FC236}">
                <a16:creationId xmlns:a16="http://schemas.microsoft.com/office/drawing/2014/main" id="{1F1A4125-1262-F2A2-844F-AC5B7DF5603B}"/>
              </a:ext>
            </a:extLst>
          </p:cNvPr>
          <p:cNvSpPr/>
          <p:nvPr/>
        </p:nvSpPr>
        <p:spPr>
          <a:xfrm>
            <a:off x="3666889" y="4942076"/>
            <a:ext cx="4577520" cy="584775"/>
          </a:xfrm>
          <a:prstGeom prst="rect">
            <a:avLst/>
          </a:prstGeom>
          <a:ln>
            <a:solidFill>
              <a:schemeClr val="tx2"/>
            </a:solidFill>
          </a:ln>
        </p:spPr>
        <p:txBody>
          <a:bodyPr wrap="square">
            <a:spAutoFit/>
          </a:bodyPr>
          <a:lstStyle/>
          <a:p>
            <a:r>
              <a:rPr lang="es-ES_tradnl" sz="1600" dirty="0">
                <a:solidFill>
                  <a:prstClr val="black"/>
                </a:solidFill>
                <a:sym typeface="Wingdings" pitchFamily="2" charset="2"/>
              </a:rPr>
              <a:t>¿Qué tareas hay que realizar, cómo se van a realizar? ¿Quienes la realizan?</a:t>
            </a:r>
            <a:endParaRPr lang="es-ES" sz="1600" dirty="0"/>
          </a:p>
        </p:txBody>
      </p:sp>
      <p:sp>
        <p:nvSpPr>
          <p:cNvPr id="52" name="51 Flecha derecha">
            <a:extLst>
              <a:ext uri="{FF2B5EF4-FFF2-40B4-BE49-F238E27FC236}">
                <a16:creationId xmlns:a16="http://schemas.microsoft.com/office/drawing/2014/main" id="{A4414793-DB92-D8A8-0A3B-57290B540F8B}"/>
              </a:ext>
            </a:extLst>
          </p:cNvPr>
          <p:cNvSpPr/>
          <p:nvPr/>
        </p:nvSpPr>
        <p:spPr>
          <a:xfrm>
            <a:off x="3014998" y="5131576"/>
            <a:ext cx="495961" cy="185961"/>
          </a:xfrm>
          <a:prstGeom prst="rightArrow">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53" name="52 Rectángulo">
            <a:extLst>
              <a:ext uri="{FF2B5EF4-FFF2-40B4-BE49-F238E27FC236}">
                <a16:creationId xmlns:a16="http://schemas.microsoft.com/office/drawing/2014/main" id="{7D3F411C-F67F-0B7B-6C0F-0F9C94E94C3C}"/>
              </a:ext>
            </a:extLst>
          </p:cNvPr>
          <p:cNvSpPr/>
          <p:nvPr/>
        </p:nvSpPr>
        <p:spPr>
          <a:xfrm>
            <a:off x="3646808" y="5645201"/>
            <a:ext cx="5055694" cy="338554"/>
          </a:xfrm>
          <a:prstGeom prst="rect">
            <a:avLst/>
          </a:prstGeom>
          <a:ln>
            <a:solidFill>
              <a:schemeClr val="tx2"/>
            </a:solidFill>
          </a:ln>
        </p:spPr>
        <p:txBody>
          <a:bodyPr wrap="square">
            <a:spAutoFit/>
          </a:bodyPr>
          <a:lstStyle/>
          <a:p>
            <a:r>
              <a:rPr lang="es-ES_tradnl" sz="1600" dirty="0">
                <a:solidFill>
                  <a:prstClr val="black"/>
                </a:solidFill>
                <a:sym typeface="Wingdings" pitchFamily="2" charset="2"/>
              </a:rPr>
              <a:t>¿Qué medios materiales serán necesarios?</a:t>
            </a:r>
            <a:endParaRPr lang="es-ES" sz="1600" dirty="0"/>
          </a:p>
        </p:txBody>
      </p:sp>
      <p:sp>
        <p:nvSpPr>
          <p:cNvPr id="54" name="53 Flecha derecha">
            <a:extLst>
              <a:ext uri="{FF2B5EF4-FFF2-40B4-BE49-F238E27FC236}">
                <a16:creationId xmlns:a16="http://schemas.microsoft.com/office/drawing/2014/main" id="{5392F878-7976-224F-A2F5-0681F82D663F}"/>
              </a:ext>
            </a:extLst>
          </p:cNvPr>
          <p:cNvSpPr/>
          <p:nvPr/>
        </p:nvSpPr>
        <p:spPr>
          <a:xfrm rot="1125245">
            <a:off x="2986143" y="5459240"/>
            <a:ext cx="495961" cy="185961"/>
          </a:xfrm>
          <a:prstGeom prst="rightArrow">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4" name="10 Flecha derecha">
            <a:hlinkClick r:id="" action="ppaction://hlinkshowjump?jump=nextslide"/>
            <a:extLst>
              <a:ext uri="{FF2B5EF4-FFF2-40B4-BE49-F238E27FC236}">
                <a16:creationId xmlns:a16="http://schemas.microsoft.com/office/drawing/2014/main" id="{6D857E2F-819F-1572-FE96-1A4CC00BE2B8}"/>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5" name="5 CuadroTexto">
            <a:hlinkClick r:id="rId2" action="ppaction://hlinksldjump"/>
            <a:extLst>
              <a:ext uri="{FF2B5EF4-FFF2-40B4-BE49-F238E27FC236}">
                <a16:creationId xmlns:a16="http://schemas.microsoft.com/office/drawing/2014/main" id="{51451092-94A1-6D40-CD17-7910CB62A016}"/>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6" name="6 Imagen">
            <a:extLst>
              <a:ext uri="{FF2B5EF4-FFF2-40B4-BE49-F238E27FC236}">
                <a16:creationId xmlns:a16="http://schemas.microsoft.com/office/drawing/2014/main" id="{2A681062-42E7-342A-2DD7-AEEFE65495BF}"/>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Tree>
    <p:extLst>
      <p:ext uri="{BB962C8B-B14F-4D97-AF65-F5344CB8AC3E}">
        <p14:creationId xmlns:p14="http://schemas.microsoft.com/office/powerpoint/2010/main" val="2244101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Rectángulo redondeado"/>
          <p:cNvSpPr/>
          <p:nvPr/>
        </p:nvSpPr>
        <p:spPr>
          <a:xfrm>
            <a:off x="330078" y="1445273"/>
            <a:ext cx="2773342" cy="536346"/>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b="1" dirty="0">
                <a:effectLst>
                  <a:outerShdw blurRad="38100" dist="38100" dir="2700000" algn="tl">
                    <a:srgbClr val="000000">
                      <a:alpha val="43137"/>
                    </a:srgbClr>
                  </a:outerShdw>
                </a:effectLst>
              </a:rPr>
              <a:t>Selección de Proveedores</a:t>
            </a:r>
            <a:endParaRPr lang="es-ES" sz="1600" b="1" dirty="0">
              <a:effectLst>
                <a:outerShdw blurRad="38100" dist="38100" dir="2700000" algn="tl">
                  <a:srgbClr val="000000">
                    <a:alpha val="43137"/>
                  </a:srgbClr>
                </a:outerShdw>
              </a:effectLst>
            </a:endParaRPr>
          </a:p>
        </p:txBody>
      </p:sp>
      <p:sp>
        <p:nvSpPr>
          <p:cNvPr id="10" name="9 Rectángulo redondeado"/>
          <p:cNvSpPr/>
          <p:nvPr/>
        </p:nvSpPr>
        <p:spPr>
          <a:xfrm>
            <a:off x="1763688" y="2795722"/>
            <a:ext cx="3997281" cy="536009"/>
          </a:xfrm>
          <a:prstGeom prst="round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b="1" dirty="0">
                <a:effectLst>
                  <a:outerShdw blurRad="38100" dist="38100" dir="2700000" algn="tl">
                    <a:srgbClr val="000000">
                      <a:alpha val="43137"/>
                    </a:srgbClr>
                  </a:outerShdw>
                </a:effectLst>
              </a:rPr>
              <a:t>Estrategia de negociación con Proveedores</a:t>
            </a:r>
            <a:endParaRPr lang="es-ES" sz="1600" b="1" dirty="0">
              <a:effectLst>
                <a:outerShdw blurRad="38100" dist="38100" dir="2700000" algn="tl">
                  <a:srgbClr val="000000">
                    <a:alpha val="43137"/>
                  </a:srgbClr>
                </a:outerShdw>
              </a:effectLst>
            </a:endParaRPr>
          </a:p>
        </p:txBody>
      </p:sp>
      <p:sp>
        <p:nvSpPr>
          <p:cNvPr id="12" name="11 Flecha derecha"/>
          <p:cNvSpPr/>
          <p:nvPr/>
        </p:nvSpPr>
        <p:spPr>
          <a:xfrm>
            <a:off x="3254983" y="1617549"/>
            <a:ext cx="504056" cy="191794"/>
          </a:xfrm>
          <a:prstGeom prst="right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3" name="12 CuadroTexto"/>
          <p:cNvSpPr txBox="1"/>
          <p:nvPr/>
        </p:nvSpPr>
        <p:spPr>
          <a:xfrm>
            <a:off x="3813312" y="1551355"/>
            <a:ext cx="1398493" cy="338554"/>
          </a:xfrm>
          <a:prstGeom prst="rect">
            <a:avLst/>
          </a:prstGeom>
          <a:noFill/>
        </p:spPr>
        <p:txBody>
          <a:bodyPr wrap="square" rtlCol="0">
            <a:spAutoFit/>
          </a:bodyPr>
          <a:lstStyle/>
          <a:p>
            <a:r>
              <a:rPr lang="es-ES" sz="1600" dirty="0"/>
              <a:t>¿Qué valorar?</a:t>
            </a:r>
          </a:p>
        </p:txBody>
      </p:sp>
      <p:sp>
        <p:nvSpPr>
          <p:cNvPr id="15" name="14 CuadroTexto"/>
          <p:cNvSpPr txBox="1"/>
          <p:nvPr/>
        </p:nvSpPr>
        <p:spPr>
          <a:xfrm>
            <a:off x="498688" y="4167846"/>
            <a:ext cx="3865008" cy="1569660"/>
          </a:xfrm>
          <a:prstGeom prst="rect">
            <a:avLst/>
          </a:prstGeom>
          <a:noFill/>
        </p:spPr>
        <p:txBody>
          <a:bodyPr wrap="square" rtlCol="0">
            <a:spAutoFit/>
          </a:bodyPr>
          <a:lstStyle/>
          <a:p>
            <a:pPr marL="285750" indent="-285750">
              <a:buFont typeface="Arial" charset="0"/>
              <a:buChar char="•"/>
            </a:pPr>
            <a:r>
              <a:rPr lang="es-ES_tradnl" sz="1600" dirty="0"/>
              <a:t>Adversarios (yo gano tu pierdes)</a:t>
            </a:r>
          </a:p>
          <a:p>
            <a:pPr marL="285750" indent="-285750">
              <a:buFont typeface="Arial" charset="0"/>
              <a:buChar char="•"/>
            </a:pPr>
            <a:r>
              <a:rPr lang="es-ES_tradnl" sz="1600" dirty="0"/>
              <a:t>Cambios constantes de proveedores</a:t>
            </a:r>
          </a:p>
          <a:p>
            <a:pPr marL="285750" indent="-285750">
              <a:buFont typeface="Arial" charset="0"/>
              <a:buChar char="•"/>
            </a:pPr>
            <a:r>
              <a:rPr lang="es-ES_tradnl" sz="1600" dirty="0"/>
              <a:t>Proveedores en constante pugna</a:t>
            </a:r>
          </a:p>
          <a:p>
            <a:pPr marL="285750" indent="-285750">
              <a:buFont typeface="Arial" charset="0"/>
              <a:buChar char="•"/>
            </a:pPr>
            <a:r>
              <a:rPr lang="es-ES_tradnl" sz="1600" dirty="0"/>
              <a:t>Continuas fricciones (calidad, entrega, precios…)</a:t>
            </a:r>
          </a:p>
          <a:p>
            <a:pPr marL="285750" indent="-285750">
              <a:buFont typeface="Arial" charset="0"/>
              <a:buChar char="•"/>
            </a:pPr>
            <a:r>
              <a:rPr lang="es-ES_tradnl" sz="1600" dirty="0"/>
              <a:t>Desconfianza mutua</a:t>
            </a:r>
            <a:endParaRPr lang="es-ES" sz="1600" dirty="0"/>
          </a:p>
        </p:txBody>
      </p:sp>
      <p:sp>
        <p:nvSpPr>
          <p:cNvPr id="16" name="15 Flecha derecha"/>
          <p:cNvSpPr/>
          <p:nvPr/>
        </p:nvSpPr>
        <p:spPr>
          <a:xfrm rot="5400000" flipV="1">
            <a:off x="1813490" y="3502675"/>
            <a:ext cx="476460" cy="258974"/>
          </a:xfrm>
          <a:prstGeom prst="right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7" name="16 CuadroTexto"/>
          <p:cNvSpPr txBox="1"/>
          <p:nvPr/>
        </p:nvSpPr>
        <p:spPr>
          <a:xfrm>
            <a:off x="448951" y="3829292"/>
            <a:ext cx="2311964" cy="338554"/>
          </a:xfrm>
          <a:prstGeom prst="rect">
            <a:avLst/>
          </a:prstGeom>
          <a:noFill/>
        </p:spPr>
        <p:txBody>
          <a:bodyPr wrap="square" rtlCol="0">
            <a:spAutoFit/>
          </a:bodyPr>
          <a:lstStyle/>
          <a:p>
            <a:r>
              <a:rPr lang="es-ES" sz="1600" b="1" dirty="0">
                <a:effectLst>
                  <a:outerShdw blurRad="38100" dist="38100" dir="2700000" algn="tl">
                    <a:srgbClr val="000000">
                      <a:alpha val="43137"/>
                    </a:srgbClr>
                  </a:outerShdw>
                </a:effectLst>
              </a:rPr>
              <a:t>Relaciones Tradicionales</a:t>
            </a:r>
          </a:p>
        </p:txBody>
      </p:sp>
      <p:sp>
        <p:nvSpPr>
          <p:cNvPr id="19" name="18 CuadroTexto"/>
          <p:cNvSpPr txBox="1"/>
          <p:nvPr/>
        </p:nvSpPr>
        <p:spPr>
          <a:xfrm>
            <a:off x="5350941" y="1024513"/>
            <a:ext cx="3657447" cy="1569660"/>
          </a:xfrm>
          <a:prstGeom prst="rect">
            <a:avLst/>
          </a:prstGeom>
          <a:noFill/>
        </p:spPr>
        <p:txBody>
          <a:bodyPr wrap="square" rtlCol="0">
            <a:spAutoFit/>
          </a:bodyPr>
          <a:lstStyle/>
          <a:p>
            <a:pPr marL="285750" indent="-285750">
              <a:buFont typeface="Arial" charset="0"/>
              <a:buChar char="•"/>
            </a:pPr>
            <a:r>
              <a:rPr lang="es-ES_tradnl" sz="1600" dirty="0"/>
              <a:t>Precio (sin obsesionarse)</a:t>
            </a:r>
          </a:p>
          <a:p>
            <a:pPr marL="285750" indent="-285750">
              <a:buFont typeface="Arial" charset="0"/>
              <a:buChar char="•"/>
            </a:pPr>
            <a:r>
              <a:rPr lang="es-ES_tradnl" sz="1600" dirty="0"/>
              <a:t>Calidad (necesaria)</a:t>
            </a:r>
          </a:p>
          <a:p>
            <a:pPr marL="285750" indent="-285750">
              <a:buFont typeface="Arial" charset="0"/>
              <a:buChar char="•"/>
            </a:pPr>
            <a:r>
              <a:rPr lang="es-ES_tradnl" sz="1600" dirty="0"/>
              <a:t>Descuentos</a:t>
            </a:r>
          </a:p>
          <a:p>
            <a:pPr marL="285750" indent="-285750">
              <a:buFont typeface="Arial" charset="0"/>
              <a:buChar char="•"/>
            </a:pPr>
            <a:r>
              <a:rPr lang="es-ES_tradnl" sz="1600" dirty="0"/>
              <a:t>Condiciones de pago (plazos)</a:t>
            </a:r>
          </a:p>
          <a:p>
            <a:pPr marL="285750" indent="-285750">
              <a:buFont typeface="Arial" charset="0"/>
              <a:buChar char="•"/>
            </a:pPr>
            <a:r>
              <a:rPr lang="es-ES_tradnl" sz="1600" dirty="0"/>
              <a:t>Plazo de entrega (rapidez)</a:t>
            </a:r>
          </a:p>
          <a:p>
            <a:pPr marL="285750" indent="-285750">
              <a:buFont typeface="Arial" charset="0"/>
              <a:buChar char="•"/>
            </a:pPr>
            <a:r>
              <a:rPr lang="es-ES_tradnl" sz="1600" dirty="0"/>
              <a:t>Servicio de postventa y garantía</a:t>
            </a:r>
            <a:endParaRPr lang="es-ES" sz="1600" dirty="0"/>
          </a:p>
        </p:txBody>
      </p:sp>
      <p:sp>
        <p:nvSpPr>
          <p:cNvPr id="2" name="1 Abrir llave"/>
          <p:cNvSpPr/>
          <p:nvPr/>
        </p:nvSpPr>
        <p:spPr>
          <a:xfrm>
            <a:off x="5161206" y="1110992"/>
            <a:ext cx="189735" cy="1317876"/>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2" name="21 Flecha derecha"/>
          <p:cNvSpPr/>
          <p:nvPr/>
        </p:nvSpPr>
        <p:spPr>
          <a:xfrm rot="5400000" flipV="1">
            <a:off x="5242198" y="3502675"/>
            <a:ext cx="476460" cy="258974"/>
          </a:xfrm>
          <a:prstGeom prst="rightArrow">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3" name="22 CuadroTexto"/>
          <p:cNvSpPr txBox="1"/>
          <p:nvPr/>
        </p:nvSpPr>
        <p:spPr>
          <a:xfrm>
            <a:off x="4666865" y="3829292"/>
            <a:ext cx="1368152" cy="338554"/>
          </a:xfrm>
          <a:prstGeom prst="rect">
            <a:avLst/>
          </a:prstGeom>
          <a:noFill/>
        </p:spPr>
        <p:txBody>
          <a:bodyPr wrap="square" rtlCol="0">
            <a:spAutoFit/>
          </a:bodyPr>
          <a:lstStyle/>
          <a:p>
            <a:r>
              <a:rPr lang="es-ES" sz="1600" b="1" dirty="0">
                <a:effectLst>
                  <a:outerShdw blurRad="38100" dist="38100" dir="2700000" algn="tl">
                    <a:srgbClr val="000000">
                      <a:alpha val="43137"/>
                    </a:srgbClr>
                  </a:outerShdw>
                </a:effectLst>
              </a:rPr>
              <a:t>Co-</a:t>
            </a:r>
            <a:r>
              <a:rPr lang="es-ES" sz="1600" b="1" dirty="0" err="1">
                <a:effectLst>
                  <a:outerShdw blurRad="38100" dist="38100" dir="2700000" algn="tl">
                    <a:srgbClr val="000000">
                      <a:alpha val="43137"/>
                    </a:srgbClr>
                  </a:outerShdw>
                </a:effectLst>
              </a:rPr>
              <a:t>makership</a:t>
            </a:r>
            <a:endParaRPr lang="es-ES" sz="1600" b="1" dirty="0">
              <a:effectLst>
                <a:outerShdw blurRad="38100" dist="38100" dir="2700000" algn="tl">
                  <a:srgbClr val="000000">
                    <a:alpha val="43137"/>
                  </a:srgbClr>
                </a:outerShdw>
              </a:effectLst>
            </a:endParaRPr>
          </a:p>
        </p:txBody>
      </p:sp>
      <p:sp>
        <p:nvSpPr>
          <p:cNvPr id="24" name="23 CuadroTexto"/>
          <p:cNvSpPr txBox="1"/>
          <p:nvPr/>
        </p:nvSpPr>
        <p:spPr>
          <a:xfrm>
            <a:off x="4723968" y="4167846"/>
            <a:ext cx="4032448" cy="1569660"/>
          </a:xfrm>
          <a:prstGeom prst="rect">
            <a:avLst/>
          </a:prstGeom>
          <a:noFill/>
        </p:spPr>
        <p:txBody>
          <a:bodyPr wrap="square" rtlCol="0">
            <a:spAutoFit/>
          </a:bodyPr>
          <a:lstStyle/>
          <a:p>
            <a:pPr marL="285750" indent="-285750">
              <a:buFont typeface="Arial" charset="0"/>
              <a:buChar char="•"/>
            </a:pPr>
            <a:r>
              <a:rPr lang="es-ES_tradnl" sz="1600" dirty="0"/>
              <a:t>Relación a largo plazo con pocos proveedores (yo gano tu ganas)</a:t>
            </a:r>
          </a:p>
          <a:p>
            <a:pPr marL="285750" indent="-285750">
              <a:buFont typeface="Arial" charset="0"/>
              <a:buChar char="•"/>
            </a:pPr>
            <a:r>
              <a:rPr lang="es-ES_tradnl" sz="1600" dirty="0"/>
              <a:t>Objetivo común (producto calidad)</a:t>
            </a:r>
          </a:p>
          <a:p>
            <a:pPr marL="285750" indent="-285750">
              <a:buFont typeface="Arial" charset="0"/>
              <a:buChar char="•"/>
            </a:pPr>
            <a:r>
              <a:rPr lang="es-ES_tradnl" sz="1600" dirty="0"/>
              <a:t>Confianza mutua, cooperación</a:t>
            </a:r>
          </a:p>
          <a:p>
            <a:pPr marL="285750" indent="-285750">
              <a:buFont typeface="Arial" charset="0"/>
              <a:buChar char="•"/>
            </a:pPr>
            <a:r>
              <a:rPr lang="es-ES_tradnl" sz="1600" dirty="0"/>
              <a:t>Negocios también rentables para la otra parte</a:t>
            </a:r>
            <a:endParaRPr lang="es-ES" sz="1600" dirty="0"/>
          </a:p>
        </p:txBody>
      </p:sp>
      <p:sp>
        <p:nvSpPr>
          <p:cNvPr id="4" name="1 Título">
            <a:extLst>
              <a:ext uri="{FF2B5EF4-FFF2-40B4-BE49-F238E27FC236}">
                <a16:creationId xmlns:a16="http://schemas.microsoft.com/office/drawing/2014/main" id="{8DCFF7EB-999A-6371-7CE9-80E55B65DE78}"/>
              </a:ext>
            </a:extLst>
          </p:cNvPr>
          <p:cNvSpPr txBox="1">
            <a:spLocks/>
          </p:cNvSpPr>
          <p:nvPr/>
        </p:nvSpPr>
        <p:spPr>
          <a:xfrm>
            <a:off x="35496" y="1684"/>
            <a:ext cx="8229600" cy="61578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1. El plan de producción</a:t>
            </a:r>
            <a:r>
              <a:rPr lang="es-ES_tradnl" sz="2800" b="1" dirty="0"/>
              <a:t>: los proveedores</a:t>
            </a:r>
            <a:endParaRPr lang="es-ES_tradnl" sz="2700" b="1" dirty="0"/>
          </a:p>
        </p:txBody>
      </p:sp>
      <p:sp>
        <p:nvSpPr>
          <p:cNvPr id="5" name="9 Flecha izquierda">
            <a:hlinkClick r:id="" action="ppaction://hlinkshowjump?jump=previousslide"/>
            <a:extLst>
              <a:ext uri="{FF2B5EF4-FFF2-40B4-BE49-F238E27FC236}">
                <a16:creationId xmlns:a16="http://schemas.microsoft.com/office/drawing/2014/main" id="{A32513E9-9FE1-E64C-63CB-3BE436D367DE}"/>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6" name="10 Flecha derecha">
            <a:hlinkClick r:id="" action="ppaction://hlinkshowjump?jump=nextslide"/>
            <a:extLst>
              <a:ext uri="{FF2B5EF4-FFF2-40B4-BE49-F238E27FC236}">
                <a16:creationId xmlns:a16="http://schemas.microsoft.com/office/drawing/2014/main" id="{EBC7D79D-7323-3F0F-9B3F-B047A1C6D94E}"/>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7" name="5 CuadroTexto">
            <a:hlinkClick r:id="rId2" action="ppaction://hlinksldjump"/>
            <a:extLst>
              <a:ext uri="{FF2B5EF4-FFF2-40B4-BE49-F238E27FC236}">
                <a16:creationId xmlns:a16="http://schemas.microsoft.com/office/drawing/2014/main" id="{29DAEE81-E8C4-E492-BF62-22A5CD0BB88E}"/>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8" name="6 Imagen">
            <a:extLst>
              <a:ext uri="{FF2B5EF4-FFF2-40B4-BE49-F238E27FC236}">
                <a16:creationId xmlns:a16="http://schemas.microsoft.com/office/drawing/2014/main" id="{B7DDC8F9-42E1-369D-D7B7-4B6742969BA8}"/>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Tree>
    <p:extLst>
      <p:ext uri="{BB962C8B-B14F-4D97-AF65-F5344CB8AC3E}">
        <p14:creationId xmlns:p14="http://schemas.microsoft.com/office/powerpoint/2010/main" val="1519222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1 Título"/>
          <p:cNvSpPr txBox="1">
            <a:spLocks/>
          </p:cNvSpPr>
          <p:nvPr/>
        </p:nvSpPr>
        <p:spPr>
          <a:xfrm>
            <a:off x="35496" y="42626"/>
            <a:ext cx="8611445" cy="50605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2. El análisis de costes</a:t>
            </a:r>
          </a:p>
        </p:txBody>
      </p:sp>
      <p:graphicFrame>
        <p:nvGraphicFramePr>
          <p:cNvPr id="2" name="1 Diagrama"/>
          <p:cNvGraphicFramePr/>
          <p:nvPr/>
        </p:nvGraphicFramePr>
        <p:xfrm>
          <a:off x="-54664" y="1412776"/>
          <a:ext cx="9017282" cy="37444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18 CuadroTexto"/>
          <p:cNvSpPr txBox="1"/>
          <p:nvPr/>
        </p:nvSpPr>
        <p:spPr>
          <a:xfrm>
            <a:off x="509158" y="836712"/>
            <a:ext cx="6777670" cy="338554"/>
          </a:xfrm>
          <a:prstGeom prst="rect">
            <a:avLst/>
          </a:prstGeom>
          <a:noFill/>
        </p:spPr>
        <p:txBody>
          <a:bodyPr wrap="square" rtlCol="0">
            <a:spAutoFit/>
          </a:bodyPr>
          <a:lstStyle/>
          <a:p>
            <a:pPr algn="ctr"/>
            <a:r>
              <a:rPr lang="es-ES_tradnl" sz="1600" dirty="0"/>
              <a:t>Cada empresa analizará qué considera un coste fijo y qué variable</a:t>
            </a:r>
            <a:endParaRPr lang="es-ES" sz="1600" dirty="0"/>
          </a:p>
        </p:txBody>
      </p:sp>
      <p:pic>
        <p:nvPicPr>
          <p:cNvPr id="21" name="20 Imagen"/>
          <p:cNvPicPr>
            <a:picLocks noChangeAspect="1"/>
          </p:cNvPicPr>
          <p:nvPr/>
        </p:nvPicPr>
        <p:blipFill>
          <a:blip r:embed="rId7" cstate="print">
            <a:lum bright="70000" contrast="-70000"/>
            <a:extLst>
              <a:ext uri="{28A0092B-C50C-407E-A947-70E740481C1C}">
                <a14:useLocalDpi xmlns:a14="http://schemas.microsoft.com/office/drawing/2010/main" val="0"/>
              </a:ext>
            </a:extLst>
          </a:blip>
          <a:stretch>
            <a:fillRect/>
          </a:stretch>
        </p:blipFill>
        <p:spPr>
          <a:xfrm rot="2666529">
            <a:off x="566602" y="2325613"/>
            <a:ext cx="351794" cy="442037"/>
          </a:xfrm>
          <a:prstGeom prst="rect">
            <a:avLst/>
          </a:prstGeom>
        </p:spPr>
      </p:pic>
      <p:pic>
        <p:nvPicPr>
          <p:cNvPr id="22" name="21 Imagen"/>
          <p:cNvPicPr>
            <a:picLocks noChangeAspect="1"/>
          </p:cNvPicPr>
          <p:nvPr/>
        </p:nvPicPr>
        <p:blipFill>
          <a:blip r:embed="rId7" cstate="print">
            <a:lum bright="70000" contrast="-70000"/>
            <a:extLst>
              <a:ext uri="{28A0092B-C50C-407E-A947-70E740481C1C}">
                <a14:useLocalDpi xmlns:a14="http://schemas.microsoft.com/office/drawing/2010/main" val="0"/>
              </a:ext>
            </a:extLst>
          </a:blip>
          <a:stretch>
            <a:fillRect/>
          </a:stretch>
        </p:blipFill>
        <p:spPr>
          <a:xfrm rot="2666529">
            <a:off x="385205" y="4209019"/>
            <a:ext cx="351794" cy="442037"/>
          </a:xfrm>
          <a:prstGeom prst="rect">
            <a:avLst/>
          </a:prstGeom>
        </p:spPr>
      </p:pic>
      <p:sp>
        <p:nvSpPr>
          <p:cNvPr id="3" name="9 Flecha izquierda">
            <a:hlinkClick r:id="" action="ppaction://hlinkshowjump?jump=previousslide"/>
            <a:extLst>
              <a:ext uri="{FF2B5EF4-FFF2-40B4-BE49-F238E27FC236}">
                <a16:creationId xmlns:a16="http://schemas.microsoft.com/office/drawing/2014/main" id="{435BE466-31AC-8959-CE21-48A31056EB62}"/>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4" name="10 Flecha derecha">
            <a:hlinkClick r:id="" action="ppaction://hlinkshowjump?jump=nextslide"/>
            <a:extLst>
              <a:ext uri="{FF2B5EF4-FFF2-40B4-BE49-F238E27FC236}">
                <a16:creationId xmlns:a16="http://schemas.microsoft.com/office/drawing/2014/main" id="{54BADA62-428C-77C0-C9CD-F14EC4AD30A5}"/>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5" name="5 CuadroTexto">
            <a:hlinkClick r:id="rId8" action="ppaction://hlinksldjump"/>
            <a:extLst>
              <a:ext uri="{FF2B5EF4-FFF2-40B4-BE49-F238E27FC236}">
                <a16:creationId xmlns:a16="http://schemas.microsoft.com/office/drawing/2014/main" id="{F0734CAF-C374-5859-94AA-233FF55AD025}"/>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6" name="6 Imagen">
            <a:extLst>
              <a:ext uri="{FF2B5EF4-FFF2-40B4-BE49-F238E27FC236}">
                <a16:creationId xmlns:a16="http://schemas.microsoft.com/office/drawing/2014/main" id="{7F34EB6B-4067-22DD-B0A9-7472A3F10690}"/>
              </a:ext>
            </a:extLst>
          </p:cNvPr>
          <p:cNvPicPr>
            <a:picLocks noChangeAspect="1"/>
          </p:cNvPicPr>
          <p:nvPr/>
        </p:nvPicPr>
        <p:blipFill>
          <a:blip r:embed="rId9"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Tree>
    <p:extLst>
      <p:ext uri="{BB962C8B-B14F-4D97-AF65-F5344CB8AC3E}">
        <p14:creationId xmlns:p14="http://schemas.microsoft.com/office/powerpoint/2010/main" val="2390507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Diagrama"/>
          <p:cNvGraphicFramePr/>
          <p:nvPr/>
        </p:nvGraphicFramePr>
        <p:xfrm>
          <a:off x="470521" y="1340768"/>
          <a:ext cx="815137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9 Flecha izquierda">
            <a:hlinkClick r:id="" action="ppaction://hlinkshowjump?jump=previousslide"/>
            <a:extLst>
              <a:ext uri="{FF2B5EF4-FFF2-40B4-BE49-F238E27FC236}">
                <a16:creationId xmlns:a16="http://schemas.microsoft.com/office/drawing/2014/main" id="{AD2E4CA1-AFBE-6A0E-88A9-A9CC1A2A42C6}"/>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4" name="10 Flecha derecha">
            <a:hlinkClick r:id="" action="ppaction://hlinkshowjump?jump=nextslide"/>
            <a:extLst>
              <a:ext uri="{FF2B5EF4-FFF2-40B4-BE49-F238E27FC236}">
                <a16:creationId xmlns:a16="http://schemas.microsoft.com/office/drawing/2014/main" id="{53A511C7-784C-C6AD-9FE6-EFD296CDF00C}"/>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5" name="5 CuadroTexto">
            <a:hlinkClick r:id="rId7" action="ppaction://hlinksldjump"/>
            <a:extLst>
              <a:ext uri="{FF2B5EF4-FFF2-40B4-BE49-F238E27FC236}">
                <a16:creationId xmlns:a16="http://schemas.microsoft.com/office/drawing/2014/main" id="{BD7BA879-F981-A75F-07B3-51256F0F9242}"/>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6" name="6 Imagen">
            <a:extLst>
              <a:ext uri="{FF2B5EF4-FFF2-40B4-BE49-F238E27FC236}">
                <a16:creationId xmlns:a16="http://schemas.microsoft.com/office/drawing/2014/main" id="{772EB86E-D1EB-EC73-CEEC-7463AF226A1E}"/>
              </a:ext>
            </a:extLst>
          </p:cNvPr>
          <p:cNvPicPr>
            <a:picLocks noChangeAspect="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7" name="1 Título">
            <a:extLst>
              <a:ext uri="{FF2B5EF4-FFF2-40B4-BE49-F238E27FC236}">
                <a16:creationId xmlns:a16="http://schemas.microsoft.com/office/drawing/2014/main" id="{19A8334A-45DE-CCC2-B6F0-292860306A39}"/>
              </a:ext>
            </a:extLst>
          </p:cNvPr>
          <p:cNvSpPr txBox="1">
            <a:spLocks/>
          </p:cNvSpPr>
          <p:nvPr/>
        </p:nvSpPr>
        <p:spPr>
          <a:xfrm>
            <a:off x="35496" y="42626"/>
            <a:ext cx="8611445" cy="50605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2. El análisis de costes</a:t>
            </a:r>
          </a:p>
        </p:txBody>
      </p:sp>
    </p:spTree>
    <p:extLst>
      <p:ext uri="{BB962C8B-B14F-4D97-AF65-F5344CB8AC3E}">
        <p14:creationId xmlns:p14="http://schemas.microsoft.com/office/powerpoint/2010/main" val="396161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12 Diagrama"/>
          <p:cNvGraphicFramePr/>
          <p:nvPr/>
        </p:nvGraphicFramePr>
        <p:xfrm>
          <a:off x="470521" y="1340768"/>
          <a:ext cx="815137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9 Flecha izquierda">
            <a:hlinkClick r:id="" action="ppaction://hlinkshowjump?jump=previousslide"/>
            <a:extLst>
              <a:ext uri="{FF2B5EF4-FFF2-40B4-BE49-F238E27FC236}">
                <a16:creationId xmlns:a16="http://schemas.microsoft.com/office/drawing/2014/main" id="{C948B134-E60C-F1F6-5074-DED9C78F8EB8}"/>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3" name="10 Flecha derecha">
            <a:hlinkClick r:id="" action="ppaction://hlinkshowjump?jump=nextslide"/>
            <a:extLst>
              <a:ext uri="{FF2B5EF4-FFF2-40B4-BE49-F238E27FC236}">
                <a16:creationId xmlns:a16="http://schemas.microsoft.com/office/drawing/2014/main" id="{8480CB6E-4837-544B-4C2B-EF2367F338BC}"/>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4" name="5 CuadroTexto">
            <a:hlinkClick r:id="rId7" action="ppaction://hlinksldjump"/>
            <a:extLst>
              <a:ext uri="{FF2B5EF4-FFF2-40B4-BE49-F238E27FC236}">
                <a16:creationId xmlns:a16="http://schemas.microsoft.com/office/drawing/2014/main" id="{6C76AE4D-D02F-BE36-6F5A-6DAA279BD2D9}"/>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5" name="6 Imagen">
            <a:extLst>
              <a:ext uri="{FF2B5EF4-FFF2-40B4-BE49-F238E27FC236}">
                <a16:creationId xmlns:a16="http://schemas.microsoft.com/office/drawing/2014/main" id="{C4896D9C-71F9-A92E-76C8-6C78225D6C26}"/>
              </a:ext>
            </a:extLst>
          </p:cNvPr>
          <p:cNvPicPr>
            <a:picLocks noChangeAspect="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9" name="1 Título">
            <a:extLst>
              <a:ext uri="{FF2B5EF4-FFF2-40B4-BE49-F238E27FC236}">
                <a16:creationId xmlns:a16="http://schemas.microsoft.com/office/drawing/2014/main" id="{566F9A78-69E0-C0D5-ACB4-B452326D6A7F}"/>
              </a:ext>
            </a:extLst>
          </p:cNvPr>
          <p:cNvSpPr txBox="1">
            <a:spLocks/>
          </p:cNvSpPr>
          <p:nvPr/>
        </p:nvSpPr>
        <p:spPr>
          <a:xfrm>
            <a:off x="35496" y="42626"/>
            <a:ext cx="8611445" cy="50605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2. El análisis de costes</a:t>
            </a:r>
          </a:p>
        </p:txBody>
      </p:sp>
    </p:spTree>
    <p:extLst>
      <p:ext uri="{BB962C8B-B14F-4D97-AF65-F5344CB8AC3E}">
        <p14:creationId xmlns:p14="http://schemas.microsoft.com/office/powerpoint/2010/main" val="1204998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CuadroTexto"/>
          <p:cNvSpPr txBox="1"/>
          <p:nvPr/>
        </p:nvSpPr>
        <p:spPr>
          <a:xfrm>
            <a:off x="144942" y="980728"/>
            <a:ext cx="3229235" cy="369332"/>
          </a:xfrm>
          <a:prstGeom prst="rect">
            <a:avLst/>
          </a:prstGeom>
          <a:solidFill>
            <a:srgbClr val="92D050"/>
          </a:solidFill>
          <a:ln>
            <a:solidFill>
              <a:srgbClr val="00B050"/>
            </a:solidFill>
          </a:ln>
          <a:effectLst>
            <a:outerShdw blurRad="76200" dir="13500000" sy="23000" kx="1200000" algn="br" rotWithShape="0">
              <a:prstClr val="black">
                <a:alpha val="20000"/>
              </a:prstClr>
            </a:outerShdw>
          </a:effectLst>
        </p:spPr>
        <p:txBody>
          <a:bodyPr wrap="square" rtlCol="0">
            <a:spAutoFit/>
          </a:bodyPr>
          <a:lstStyle>
            <a:defPPr>
              <a:defRPr lang="es-ES"/>
            </a:defPPr>
            <a:lvl1pPr>
              <a:defRPr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s-ES_tradnl" dirty="0">
                <a:effectLst>
                  <a:outerShdw blurRad="38100" dist="38100" dir="2700000" algn="tl">
                    <a:srgbClr val="000000">
                      <a:alpha val="43137"/>
                    </a:srgbClr>
                  </a:outerShdw>
                </a:effectLst>
              </a:rPr>
              <a:t>Umbral de rentabilidad</a:t>
            </a:r>
            <a:endParaRPr lang="es-ES" dirty="0">
              <a:effectLst>
                <a:outerShdw blurRad="38100" dist="38100" dir="2700000" algn="tl">
                  <a:srgbClr val="000000">
                    <a:alpha val="43137"/>
                  </a:srgbClr>
                </a:outerShdw>
              </a:effectLst>
            </a:endParaRPr>
          </a:p>
        </p:txBody>
      </p:sp>
      <p:sp>
        <p:nvSpPr>
          <p:cNvPr id="2" name="1 CuadroTexto"/>
          <p:cNvSpPr txBox="1"/>
          <p:nvPr/>
        </p:nvSpPr>
        <p:spPr>
          <a:xfrm>
            <a:off x="3491880" y="877308"/>
            <a:ext cx="5528961" cy="646331"/>
          </a:xfrm>
          <a:prstGeom prst="rect">
            <a:avLst/>
          </a:prstGeom>
          <a:noFill/>
        </p:spPr>
        <p:txBody>
          <a:bodyPr wrap="square" rtlCol="0">
            <a:spAutoFit/>
          </a:bodyPr>
          <a:lstStyle/>
          <a:p>
            <a:r>
              <a:rPr lang="es-ES_tradnl" b="1" dirty="0"/>
              <a:t>Nivel de ventas a partir del cual se empiezan a obtener beneficios o se cubren gastos y B˚ es cero</a:t>
            </a:r>
            <a:endParaRPr lang="es-ES" b="1" dirty="0"/>
          </a:p>
        </p:txBody>
      </p:sp>
      <p:cxnSp>
        <p:nvCxnSpPr>
          <p:cNvPr id="42" name="41 Conector recto de flecha"/>
          <p:cNvCxnSpPr/>
          <p:nvPr/>
        </p:nvCxnSpPr>
        <p:spPr>
          <a:xfrm flipH="1" flipV="1">
            <a:off x="2034586" y="1894258"/>
            <a:ext cx="8577" cy="281835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42 Conector recto de flecha"/>
          <p:cNvCxnSpPr/>
          <p:nvPr/>
        </p:nvCxnSpPr>
        <p:spPr>
          <a:xfrm flipV="1">
            <a:off x="2043163" y="4712613"/>
            <a:ext cx="4398192" cy="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43 Conector recto"/>
          <p:cNvCxnSpPr/>
          <p:nvPr/>
        </p:nvCxnSpPr>
        <p:spPr>
          <a:xfrm>
            <a:off x="3688191" y="3110435"/>
            <a:ext cx="1" cy="1525656"/>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5" name="44 CuadroTexto"/>
          <p:cNvSpPr txBox="1"/>
          <p:nvPr/>
        </p:nvSpPr>
        <p:spPr>
          <a:xfrm>
            <a:off x="763699" y="1857254"/>
            <a:ext cx="1251175" cy="461665"/>
          </a:xfrm>
          <a:prstGeom prst="rect">
            <a:avLst/>
          </a:prstGeom>
          <a:noFill/>
        </p:spPr>
        <p:txBody>
          <a:bodyPr wrap="square" rtlCol="0">
            <a:spAutoFit/>
          </a:bodyPr>
          <a:lstStyle/>
          <a:p>
            <a:r>
              <a:rPr lang="es-ES" sz="1200" b="1" dirty="0"/>
              <a:t>Coste o ingresos (paso 1º)</a:t>
            </a:r>
          </a:p>
        </p:txBody>
      </p:sp>
      <p:sp>
        <p:nvSpPr>
          <p:cNvPr id="46" name="45 CuadroTexto"/>
          <p:cNvSpPr txBox="1"/>
          <p:nvPr/>
        </p:nvSpPr>
        <p:spPr>
          <a:xfrm>
            <a:off x="6506825" y="4531080"/>
            <a:ext cx="932632" cy="461665"/>
          </a:xfrm>
          <a:prstGeom prst="rect">
            <a:avLst/>
          </a:prstGeom>
          <a:noFill/>
        </p:spPr>
        <p:txBody>
          <a:bodyPr wrap="square" rtlCol="0">
            <a:spAutoFit/>
          </a:bodyPr>
          <a:lstStyle/>
          <a:p>
            <a:r>
              <a:rPr lang="es-ES_tradnl" sz="1200" b="1" dirty="0"/>
              <a:t>Ventas (paso 1º)</a:t>
            </a:r>
            <a:endParaRPr lang="es-ES" sz="1200" b="1" dirty="0"/>
          </a:p>
        </p:txBody>
      </p:sp>
      <p:cxnSp>
        <p:nvCxnSpPr>
          <p:cNvPr id="49" name="48 Conector recto"/>
          <p:cNvCxnSpPr/>
          <p:nvPr/>
        </p:nvCxnSpPr>
        <p:spPr>
          <a:xfrm>
            <a:off x="2034586" y="3035812"/>
            <a:ext cx="1653606" cy="20617"/>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0" name="49 CuadroTexto"/>
          <p:cNvSpPr txBox="1"/>
          <p:nvPr/>
        </p:nvSpPr>
        <p:spPr>
          <a:xfrm>
            <a:off x="3056352" y="4775855"/>
            <a:ext cx="1435973" cy="461665"/>
          </a:xfrm>
          <a:prstGeom prst="rect">
            <a:avLst/>
          </a:prstGeom>
          <a:noFill/>
        </p:spPr>
        <p:txBody>
          <a:bodyPr wrap="square" rtlCol="0">
            <a:spAutoFit/>
          </a:bodyPr>
          <a:lstStyle/>
          <a:p>
            <a:r>
              <a:rPr lang="es-ES_tradnl" sz="1200" b="1" dirty="0"/>
              <a:t>Q</a:t>
            </a:r>
            <a:r>
              <a:rPr lang="es-ES_tradnl" sz="1200" dirty="0"/>
              <a:t> Punto muerto (paso 6º)</a:t>
            </a:r>
            <a:endParaRPr lang="es-ES" sz="1200" b="1" dirty="0"/>
          </a:p>
        </p:txBody>
      </p:sp>
      <p:cxnSp>
        <p:nvCxnSpPr>
          <p:cNvPr id="54" name="53 Conector recto"/>
          <p:cNvCxnSpPr/>
          <p:nvPr/>
        </p:nvCxnSpPr>
        <p:spPr>
          <a:xfrm>
            <a:off x="2077540" y="4104933"/>
            <a:ext cx="3769984" cy="1"/>
          </a:xfrm>
          <a:prstGeom prst="line">
            <a:avLst/>
          </a:prstGeom>
          <a:ln w="2222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 name="8 Conector recto"/>
          <p:cNvCxnSpPr/>
          <p:nvPr/>
        </p:nvCxnSpPr>
        <p:spPr>
          <a:xfrm flipV="1">
            <a:off x="2034586" y="2852936"/>
            <a:ext cx="3905566" cy="1859677"/>
          </a:xfrm>
          <a:prstGeom prst="line">
            <a:avLst/>
          </a:prstGeom>
          <a:ln w="34925"/>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flipV="1">
            <a:off x="2077540" y="2088085"/>
            <a:ext cx="2490200" cy="2624528"/>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14 Conector recto"/>
          <p:cNvCxnSpPr/>
          <p:nvPr/>
        </p:nvCxnSpPr>
        <p:spPr>
          <a:xfrm flipV="1">
            <a:off x="2034586" y="2318919"/>
            <a:ext cx="2753438" cy="1786014"/>
          </a:xfrm>
          <a:prstGeom prst="line">
            <a:avLst/>
          </a:prstGeom>
          <a:ln w="34925">
            <a:solidFill>
              <a:srgbClr val="92D050"/>
            </a:solidFill>
          </a:ln>
        </p:spPr>
        <p:style>
          <a:lnRef idx="1">
            <a:schemeClr val="accent1"/>
          </a:lnRef>
          <a:fillRef idx="0">
            <a:schemeClr val="accent1"/>
          </a:fillRef>
          <a:effectRef idx="0">
            <a:schemeClr val="accent1"/>
          </a:effectRef>
          <a:fontRef idx="minor">
            <a:schemeClr val="tx1"/>
          </a:fontRef>
        </p:style>
      </p:cxnSp>
      <p:sp>
        <p:nvSpPr>
          <p:cNvPr id="38" name="37 Elipse"/>
          <p:cNvSpPr/>
          <p:nvPr/>
        </p:nvSpPr>
        <p:spPr>
          <a:xfrm flipH="1">
            <a:off x="3585783" y="3011009"/>
            <a:ext cx="130859" cy="10801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40" name="39 CuadroTexto"/>
          <p:cNvSpPr txBox="1"/>
          <p:nvPr/>
        </p:nvSpPr>
        <p:spPr>
          <a:xfrm>
            <a:off x="4650432" y="1784212"/>
            <a:ext cx="2142116" cy="276999"/>
          </a:xfrm>
          <a:prstGeom prst="rect">
            <a:avLst/>
          </a:prstGeom>
          <a:noFill/>
        </p:spPr>
        <p:txBody>
          <a:bodyPr wrap="square" rtlCol="0">
            <a:spAutoFit/>
          </a:bodyPr>
          <a:lstStyle/>
          <a:p>
            <a:r>
              <a:rPr lang="es-ES_tradnl" sz="1200" b="1" dirty="0"/>
              <a:t>I (Ingresos totales) (paso 5º)</a:t>
            </a:r>
            <a:endParaRPr lang="es-ES" sz="1200" b="1" dirty="0"/>
          </a:p>
        </p:txBody>
      </p:sp>
      <p:sp>
        <p:nvSpPr>
          <p:cNvPr id="41" name="40 CuadroTexto"/>
          <p:cNvSpPr txBox="1"/>
          <p:nvPr/>
        </p:nvSpPr>
        <p:spPr>
          <a:xfrm>
            <a:off x="4854757" y="2180419"/>
            <a:ext cx="3085050" cy="276999"/>
          </a:xfrm>
          <a:prstGeom prst="rect">
            <a:avLst/>
          </a:prstGeom>
          <a:noFill/>
        </p:spPr>
        <p:txBody>
          <a:bodyPr wrap="square" rtlCol="0">
            <a:spAutoFit/>
          </a:bodyPr>
          <a:lstStyle/>
          <a:p>
            <a:r>
              <a:rPr lang="es-ES_tradnl" sz="1200" b="1" dirty="0"/>
              <a:t>CT (Costes totales)= CF+CV  (paso 4º)</a:t>
            </a:r>
            <a:endParaRPr lang="es-ES" sz="1200" b="1" dirty="0"/>
          </a:p>
        </p:txBody>
      </p:sp>
      <p:sp>
        <p:nvSpPr>
          <p:cNvPr id="47" name="46 CuadroTexto"/>
          <p:cNvSpPr txBox="1"/>
          <p:nvPr/>
        </p:nvSpPr>
        <p:spPr>
          <a:xfrm>
            <a:off x="6017385" y="2734010"/>
            <a:ext cx="2354470" cy="276999"/>
          </a:xfrm>
          <a:prstGeom prst="rect">
            <a:avLst/>
          </a:prstGeom>
          <a:noFill/>
        </p:spPr>
        <p:txBody>
          <a:bodyPr wrap="square" rtlCol="0">
            <a:spAutoFit/>
          </a:bodyPr>
          <a:lstStyle/>
          <a:p>
            <a:r>
              <a:rPr lang="es-ES_tradnl" sz="1200" b="1" dirty="0"/>
              <a:t>CV (Costes variables) (paso 3º)</a:t>
            </a:r>
            <a:endParaRPr lang="es-ES" sz="1200" b="1" dirty="0"/>
          </a:p>
        </p:txBody>
      </p:sp>
      <p:sp>
        <p:nvSpPr>
          <p:cNvPr id="52" name="51 CuadroTexto"/>
          <p:cNvSpPr txBox="1"/>
          <p:nvPr/>
        </p:nvSpPr>
        <p:spPr>
          <a:xfrm>
            <a:off x="6002016" y="3966433"/>
            <a:ext cx="1937791" cy="276999"/>
          </a:xfrm>
          <a:prstGeom prst="rect">
            <a:avLst/>
          </a:prstGeom>
          <a:noFill/>
        </p:spPr>
        <p:txBody>
          <a:bodyPr wrap="square" rtlCol="0">
            <a:spAutoFit/>
          </a:bodyPr>
          <a:lstStyle/>
          <a:p>
            <a:r>
              <a:rPr lang="es-ES_tradnl" sz="1200" b="1" dirty="0"/>
              <a:t>CF (Costes Fijos) (paso 2º)</a:t>
            </a:r>
            <a:endParaRPr lang="es-ES" sz="1200" b="1" dirty="0"/>
          </a:p>
        </p:txBody>
      </p:sp>
      <p:sp>
        <p:nvSpPr>
          <p:cNvPr id="21" name="20 CuadroTexto"/>
          <p:cNvSpPr txBox="1"/>
          <p:nvPr/>
        </p:nvSpPr>
        <p:spPr>
          <a:xfrm>
            <a:off x="509158" y="5445224"/>
            <a:ext cx="3142054" cy="369332"/>
          </a:xfrm>
          <a:prstGeom prst="rect">
            <a:avLst/>
          </a:prstGeom>
          <a:noFill/>
        </p:spPr>
        <p:txBody>
          <a:bodyPr wrap="square" rtlCol="0">
            <a:spAutoFit/>
          </a:bodyPr>
          <a:lstStyle/>
          <a:p>
            <a:r>
              <a:rPr lang="es-ES_tradnl" b="1" i="1" dirty="0">
                <a:effectLst>
                  <a:outerShdw blurRad="38100" dist="38100" dir="2700000" algn="tl">
                    <a:srgbClr val="000000">
                      <a:alpha val="43137"/>
                    </a:srgbClr>
                  </a:outerShdw>
                </a:effectLst>
              </a:rPr>
              <a:t>Cálculo de forma gráfica</a:t>
            </a:r>
            <a:endParaRPr lang="es-ES" b="1" i="1" dirty="0">
              <a:effectLst>
                <a:outerShdw blurRad="38100" dist="38100" dir="2700000" algn="tl">
                  <a:srgbClr val="000000">
                    <a:alpha val="43137"/>
                  </a:srgbClr>
                </a:outerShdw>
              </a:effectLst>
            </a:endParaRPr>
          </a:p>
        </p:txBody>
      </p:sp>
      <p:sp>
        <p:nvSpPr>
          <p:cNvPr id="3" name="9 Flecha izquierda">
            <a:hlinkClick r:id="" action="ppaction://hlinkshowjump?jump=previousslide"/>
            <a:extLst>
              <a:ext uri="{FF2B5EF4-FFF2-40B4-BE49-F238E27FC236}">
                <a16:creationId xmlns:a16="http://schemas.microsoft.com/office/drawing/2014/main" id="{8334E80E-76EC-9304-ED94-B57FBA58EB19}"/>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4" name="10 Flecha derecha">
            <a:hlinkClick r:id="" action="ppaction://hlinkshowjump?jump=nextslide"/>
            <a:extLst>
              <a:ext uri="{FF2B5EF4-FFF2-40B4-BE49-F238E27FC236}">
                <a16:creationId xmlns:a16="http://schemas.microsoft.com/office/drawing/2014/main" id="{E977CC76-11A5-23B0-A6DD-1C12AF1BEF89}"/>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6" name="5 CuadroTexto">
            <a:hlinkClick r:id="rId2" action="ppaction://hlinksldjump"/>
            <a:extLst>
              <a:ext uri="{FF2B5EF4-FFF2-40B4-BE49-F238E27FC236}">
                <a16:creationId xmlns:a16="http://schemas.microsoft.com/office/drawing/2014/main" id="{B1BA5A5F-7354-9082-EF4C-7855D50FD13E}"/>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7" name="6 Imagen">
            <a:extLst>
              <a:ext uri="{FF2B5EF4-FFF2-40B4-BE49-F238E27FC236}">
                <a16:creationId xmlns:a16="http://schemas.microsoft.com/office/drawing/2014/main" id="{41F74D39-AC0E-1C60-6F96-319001559BEC}"/>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11" name="1 Título">
            <a:extLst>
              <a:ext uri="{FF2B5EF4-FFF2-40B4-BE49-F238E27FC236}">
                <a16:creationId xmlns:a16="http://schemas.microsoft.com/office/drawing/2014/main" id="{F6A67C3A-50B3-8504-5AC6-1FE67D33CD01}"/>
              </a:ext>
            </a:extLst>
          </p:cNvPr>
          <p:cNvSpPr txBox="1">
            <a:spLocks/>
          </p:cNvSpPr>
          <p:nvPr/>
        </p:nvSpPr>
        <p:spPr>
          <a:xfrm>
            <a:off x="35496" y="42626"/>
            <a:ext cx="8611445" cy="50605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2. El análisis de costes</a:t>
            </a:r>
          </a:p>
        </p:txBody>
      </p:sp>
    </p:spTree>
    <p:extLst>
      <p:ext uri="{BB962C8B-B14F-4D97-AF65-F5344CB8AC3E}">
        <p14:creationId xmlns:p14="http://schemas.microsoft.com/office/powerpoint/2010/main" val="1282860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30 CuadroTexto"/>
          <p:cNvSpPr txBox="1"/>
          <p:nvPr/>
        </p:nvSpPr>
        <p:spPr>
          <a:xfrm>
            <a:off x="179777" y="764704"/>
            <a:ext cx="3142054" cy="369332"/>
          </a:xfrm>
          <a:prstGeom prst="rect">
            <a:avLst/>
          </a:prstGeom>
          <a:noFill/>
        </p:spPr>
        <p:txBody>
          <a:bodyPr wrap="square" rtlCol="0">
            <a:spAutoFit/>
          </a:bodyPr>
          <a:lstStyle/>
          <a:p>
            <a:r>
              <a:rPr lang="es-ES_tradnl" b="1" i="1" dirty="0">
                <a:effectLst>
                  <a:outerShdw blurRad="38100" dist="38100" dir="2700000" algn="tl">
                    <a:srgbClr val="000000">
                      <a:alpha val="43137"/>
                    </a:srgbClr>
                  </a:outerShdw>
                </a:effectLst>
              </a:rPr>
              <a:t>Cálculo de forma numérica</a:t>
            </a:r>
            <a:endParaRPr lang="es-ES" b="1" i="1" dirty="0">
              <a:effectLst>
                <a:outerShdw blurRad="38100" dist="38100" dir="2700000" algn="tl">
                  <a:srgbClr val="000000">
                    <a:alpha val="43137"/>
                  </a:srgbClr>
                </a:outerShdw>
              </a:effectLst>
            </a:endParaRPr>
          </a:p>
        </p:txBody>
      </p:sp>
      <p:sp>
        <p:nvSpPr>
          <p:cNvPr id="32" name="31 CuadroTexto"/>
          <p:cNvSpPr txBox="1"/>
          <p:nvPr/>
        </p:nvSpPr>
        <p:spPr>
          <a:xfrm>
            <a:off x="159331" y="1271334"/>
            <a:ext cx="3229235" cy="369332"/>
          </a:xfrm>
          <a:prstGeom prst="rect">
            <a:avLst/>
          </a:prstGeom>
          <a:solidFill>
            <a:srgbClr val="92D050"/>
          </a:solidFill>
          <a:ln>
            <a:solidFill>
              <a:srgbClr val="00B050"/>
            </a:solidFill>
          </a:ln>
          <a:effectLst>
            <a:outerShdw blurRad="76200" dir="13500000" sy="23000" kx="1200000" algn="br" rotWithShape="0">
              <a:prstClr val="black">
                <a:alpha val="20000"/>
              </a:prstClr>
            </a:outerShdw>
          </a:effectLst>
        </p:spPr>
        <p:txBody>
          <a:bodyPr wrap="square" rtlCol="0">
            <a:spAutoFit/>
          </a:bodyPr>
          <a:lstStyle>
            <a:defPPr>
              <a:defRPr lang="es-ES"/>
            </a:defPPr>
            <a:lvl1pPr>
              <a:defRPr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s-ES_tradnl" dirty="0">
                <a:effectLst>
                  <a:outerShdw blurRad="38100" dist="38100" dir="2700000" algn="tl">
                    <a:srgbClr val="000000">
                      <a:alpha val="43137"/>
                    </a:srgbClr>
                  </a:outerShdw>
                </a:effectLst>
              </a:rPr>
              <a:t>Umbral de rentabilidad</a:t>
            </a:r>
            <a:endParaRPr lang="es-ES" dirty="0">
              <a:effectLst>
                <a:outerShdw blurRad="38100" dist="38100" dir="2700000" algn="tl">
                  <a:srgbClr val="000000">
                    <a:alpha val="43137"/>
                  </a:srgbClr>
                </a:outerShdw>
              </a:effectLst>
            </a:endParaRPr>
          </a:p>
        </p:txBody>
      </p:sp>
      <p:sp>
        <p:nvSpPr>
          <p:cNvPr id="33" name="32 CuadroTexto"/>
          <p:cNvSpPr txBox="1"/>
          <p:nvPr/>
        </p:nvSpPr>
        <p:spPr>
          <a:xfrm>
            <a:off x="3518719" y="1271334"/>
            <a:ext cx="5528961" cy="369332"/>
          </a:xfrm>
          <a:prstGeom prst="rect">
            <a:avLst/>
          </a:prstGeom>
          <a:noFill/>
        </p:spPr>
        <p:txBody>
          <a:bodyPr wrap="square" rtlCol="0">
            <a:spAutoFit/>
          </a:bodyPr>
          <a:lstStyle/>
          <a:p>
            <a:pPr algn="ctr"/>
            <a:r>
              <a:rPr lang="es-ES_tradnl" b="1" dirty="0"/>
              <a:t>Nivel de ventas </a:t>
            </a:r>
            <a:r>
              <a:rPr lang="es-ES_tradnl" b="1" dirty="0">
                <a:sym typeface="Wingdings" panose="05000000000000000000" pitchFamily="2" charset="2"/>
              </a:rPr>
              <a:t> donde IT = CT</a:t>
            </a:r>
            <a:endParaRPr lang="es-ES" b="1" dirty="0"/>
          </a:p>
        </p:txBody>
      </p:sp>
      <p:sp>
        <p:nvSpPr>
          <p:cNvPr id="39" name="38 CuadroTexto"/>
          <p:cNvSpPr txBox="1"/>
          <p:nvPr/>
        </p:nvSpPr>
        <p:spPr>
          <a:xfrm>
            <a:off x="179777" y="1916832"/>
            <a:ext cx="8558064" cy="2585323"/>
          </a:xfrm>
          <a:prstGeom prst="rect">
            <a:avLst/>
          </a:prstGeom>
          <a:noFill/>
        </p:spPr>
        <p:txBody>
          <a:bodyPr wrap="square" rtlCol="0">
            <a:spAutoFit/>
          </a:bodyPr>
          <a:lstStyle/>
          <a:p>
            <a:r>
              <a:rPr lang="es-ES_tradnl" b="1" dirty="0"/>
              <a:t>I</a:t>
            </a:r>
            <a:r>
              <a:rPr lang="es-ES_tradnl" dirty="0"/>
              <a:t>ngresos Totales = precio x cantidad que vendemos </a:t>
            </a:r>
            <a:r>
              <a:rPr lang="es-ES_tradnl" dirty="0">
                <a:sym typeface="Wingdings" panose="05000000000000000000" pitchFamily="2" charset="2"/>
              </a:rPr>
              <a:t> </a:t>
            </a:r>
            <a:r>
              <a:rPr lang="es-ES_tradnl" b="1" dirty="0">
                <a:solidFill>
                  <a:schemeClr val="accent6">
                    <a:lumMod val="75000"/>
                  </a:schemeClr>
                </a:solidFill>
                <a:sym typeface="Wingdings" panose="05000000000000000000" pitchFamily="2" charset="2"/>
              </a:rPr>
              <a:t>IT=</a:t>
            </a:r>
            <a:r>
              <a:rPr lang="es-ES_tradnl" b="1" dirty="0" err="1">
                <a:solidFill>
                  <a:schemeClr val="accent6">
                    <a:lumMod val="75000"/>
                  </a:schemeClr>
                </a:solidFill>
                <a:sym typeface="Wingdings" panose="05000000000000000000" pitchFamily="2" charset="2"/>
              </a:rPr>
              <a:t>PxQ</a:t>
            </a:r>
            <a:endParaRPr lang="es-ES_tradnl" b="1" dirty="0">
              <a:solidFill>
                <a:schemeClr val="accent6">
                  <a:lumMod val="75000"/>
                </a:schemeClr>
              </a:solidFill>
              <a:sym typeface="Wingdings" panose="05000000000000000000" pitchFamily="2" charset="2"/>
            </a:endParaRPr>
          </a:p>
          <a:p>
            <a:pPr algn="ctr"/>
            <a:endParaRPr lang="es-ES_tradnl" b="1" dirty="0">
              <a:sym typeface="Wingdings" panose="05000000000000000000" pitchFamily="2" charset="2"/>
            </a:endParaRPr>
          </a:p>
          <a:p>
            <a:r>
              <a:rPr lang="es-ES_tradnl" dirty="0">
                <a:sym typeface="Wingdings" panose="05000000000000000000" pitchFamily="2" charset="2"/>
              </a:rPr>
              <a:t>CV=CV por unidad X nº unidades producidas  </a:t>
            </a:r>
            <a:r>
              <a:rPr lang="es-ES_tradnl" b="1" dirty="0">
                <a:sym typeface="Wingdings" panose="05000000000000000000" pitchFamily="2" charset="2"/>
              </a:rPr>
              <a:t> </a:t>
            </a:r>
            <a:r>
              <a:rPr lang="es-ES_tradnl" b="1" dirty="0">
                <a:solidFill>
                  <a:schemeClr val="tx2">
                    <a:lumMod val="60000"/>
                    <a:lumOff val="40000"/>
                  </a:schemeClr>
                </a:solidFill>
                <a:sym typeface="Wingdings" panose="05000000000000000000" pitchFamily="2" charset="2"/>
              </a:rPr>
              <a:t>CV= CVU x Q</a:t>
            </a:r>
          </a:p>
          <a:p>
            <a:endParaRPr lang="es-ES_tradnl" b="1" dirty="0">
              <a:sym typeface="Wingdings" panose="05000000000000000000" pitchFamily="2" charset="2"/>
            </a:endParaRPr>
          </a:p>
          <a:p>
            <a:r>
              <a:rPr lang="es-ES_tradnl" dirty="0">
                <a:sym typeface="Wingdings" panose="05000000000000000000" pitchFamily="2" charset="2"/>
              </a:rPr>
              <a:t>CT= CF+CV </a:t>
            </a:r>
            <a:r>
              <a:rPr lang="es-ES_tradnl" b="1" dirty="0">
                <a:sym typeface="Wingdings" panose="05000000000000000000" pitchFamily="2" charset="2"/>
              </a:rPr>
              <a:t> CT =</a:t>
            </a:r>
            <a:r>
              <a:rPr lang="es-ES_tradnl" b="1" dirty="0">
                <a:solidFill>
                  <a:srgbClr val="00B050"/>
                </a:solidFill>
                <a:sym typeface="Wingdings" panose="05000000000000000000" pitchFamily="2" charset="2"/>
              </a:rPr>
              <a:t> CF</a:t>
            </a:r>
            <a:r>
              <a:rPr lang="es-ES_tradnl" b="1" dirty="0">
                <a:sym typeface="Wingdings" panose="05000000000000000000" pitchFamily="2" charset="2"/>
              </a:rPr>
              <a:t>+ </a:t>
            </a:r>
            <a:r>
              <a:rPr lang="es-ES_tradnl" b="1" dirty="0">
                <a:solidFill>
                  <a:schemeClr val="tx2">
                    <a:lumMod val="60000"/>
                    <a:lumOff val="40000"/>
                  </a:schemeClr>
                </a:solidFill>
                <a:sym typeface="Wingdings" panose="05000000000000000000" pitchFamily="2" charset="2"/>
              </a:rPr>
              <a:t>CVU x Q</a:t>
            </a:r>
          </a:p>
          <a:p>
            <a:endParaRPr lang="es-ES_tradnl" b="1" dirty="0">
              <a:sym typeface="Wingdings" panose="05000000000000000000" pitchFamily="2" charset="2"/>
            </a:endParaRPr>
          </a:p>
          <a:p>
            <a:r>
              <a:rPr lang="es-ES_tradnl" b="1" dirty="0">
                <a:sym typeface="Wingdings" panose="05000000000000000000" pitchFamily="2" charset="2"/>
              </a:rPr>
              <a:t>IT = CT  </a:t>
            </a:r>
            <a:r>
              <a:rPr lang="es-ES_tradnl" b="1" dirty="0" err="1">
                <a:solidFill>
                  <a:schemeClr val="accent6">
                    <a:lumMod val="75000"/>
                  </a:schemeClr>
                </a:solidFill>
                <a:sym typeface="Wingdings" panose="05000000000000000000" pitchFamily="2" charset="2"/>
              </a:rPr>
              <a:t>PxQ</a:t>
            </a:r>
            <a:r>
              <a:rPr lang="es-ES_tradnl" b="1" dirty="0">
                <a:sym typeface="Wingdings" panose="05000000000000000000" pitchFamily="2" charset="2"/>
              </a:rPr>
              <a:t> = </a:t>
            </a:r>
            <a:r>
              <a:rPr lang="es-ES_tradnl" b="1" dirty="0">
                <a:solidFill>
                  <a:srgbClr val="00B050"/>
                </a:solidFill>
                <a:sym typeface="Wingdings" panose="05000000000000000000" pitchFamily="2" charset="2"/>
              </a:rPr>
              <a:t>CF</a:t>
            </a:r>
            <a:r>
              <a:rPr lang="es-ES_tradnl" b="1" dirty="0">
                <a:sym typeface="Wingdings" panose="05000000000000000000" pitchFamily="2" charset="2"/>
              </a:rPr>
              <a:t> + </a:t>
            </a:r>
            <a:r>
              <a:rPr lang="es-ES_tradnl" b="1" dirty="0">
                <a:solidFill>
                  <a:schemeClr val="tx2">
                    <a:lumMod val="60000"/>
                    <a:lumOff val="40000"/>
                  </a:schemeClr>
                </a:solidFill>
                <a:sym typeface="Wingdings" panose="05000000000000000000" pitchFamily="2" charset="2"/>
              </a:rPr>
              <a:t>CVU x Q</a:t>
            </a:r>
          </a:p>
          <a:p>
            <a:endParaRPr lang="es-ES_tradnl" b="1" dirty="0">
              <a:solidFill>
                <a:schemeClr val="tx2">
                  <a:lumMod val="60000"/>
                  <a:lumOff val="40000"/>
                </a:schemeClr>
              </a:solidFill>
              <a:sym typeface="Wingdings" panose="05000000000000000000" pitchFamily="2" charset="2"/>
            </a:endParaRPr>
          </a:p>
          <a:p>
            <a:r>
              <a:rPr lang="es-ES_tradnl" dirty="0">
                <a:sym typeface="Wingdings" panose="05000000000000000000" pitchFamily="2" charset="2"/>
              </a:rPr>
              <a:t>Si despejamos Q </a:t>
            </a:r>
            <a:r>
              <a:rPr lang="es-ES_tradnl" dirty="0">
                <a:solidFill>
                  <a:schemeClr val="tx2">
                    <a:lumMod val="60000"/>
                    <a:lumOff val="40000"/>
                  </a:schemeClr>
                </a:solidFill>
                <a:sym typeface="Wingdings" panose="05000000000000000000" pitchFamily="2" charset="2"/>
              </a:rPr>
              <a:t>	 </a:t>
            </a:r>
            <a:r>
              <a:rPr lang="es-ES_tradnl" b="1" dirty="0">
                <a:sym typeface="Wingdings" panose="05000000000000000000" pitchFamily="2" charset="2"/>
              </a:rPr>
              <a:t>Umbral de rentabilidad</a:t>
            </a:r>
            <a:r>
              <a:rPr lang="es-ES_tradnl" dirty="0">
                <a:solidFill>
                  <a:schemeClr val="tx2">
                    <a:lumMod val="60000"/>
                    <a:lumOff val="40000"/>
                  </a:schemeClr>
                </a:solidFill>
                <a:sym typeface="Wingdings" panose="05000000000000000000" pitchFamily="2" charset="2"/>
              </a:rPr>
              <a:t>		</a:t>
            </a:r>
            <a:endParaRPr lang="es-ES" dirty="0"/>
          </a:p>
        </p:txBody>
      </p:sp>
      <mc:AlternateContent xmlns:mc="http://schemas.openxmlformats.org/markup-compatibility/2006" xmlns:a14="http://schemas.microsoft.com/office/drawing/2010/main">
        <mc:Choice Requires="a14">
          <p:sp>
            <p:nvSpPr>
              <p:cNvPr id="4" name="3 CuadroTexto"/>
              <p:cNvSpPr txBox="1"/>
              <p:nvPr/>
            </p:nvSpPr>
            <p:spPr>
              <a:xfrm>
                <a:off x="3144840" y="4833111"/>
                <a:ext cx="1886991" cy="661912"/>
              </a:xfrm>
              <a:prstGeom prst="rect">
                <a:avLst/>
              </a:prstGeom>
              <a:noFill/>
              <a:ln w="31750">
                <a:solidFill>
                  <a:schemeClr val="accent4">
                    <a:lumMod val="75000"/>
                  </a:schemeClr>
                </a:solidFill>
              </a:ln>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s-ES" b="1" i="1" smtClean="0">
                              <a:solidFill>
                                <a:srgbClr val="FF0000"/>
                              </a:solidFill>
                              <a:latin typeface="Cambria Math" panose="02040503050406030204" pitchFamily="18" charset="0"/>
                            </a:rPr>
                          </m:ctrlPr>
                        </m:sSupPr>
                        <m:e>
                          <m:r>
                            <a:rPr lang="es-ES_tradnl" b="1" i="1" smtClean="0">
                              <a:solidFill>
                                <a:srgbClr val="FF0000"/>
                              </a:solidFill>
                              <a:latin typeface="Cambria Math"/>
                            </a:rPr>
                            <m:t>𝑸</m:t>
                          </m:r>
                        </m:e>
                        <m:sup>
                          <m:r>
                            <a:rPr lang="es-ES_tradnl" b="1" i="1" smtClean="0">
                              <a:solidFill>
                                <a:srgbClr val="FF0000"/>
                              </a:solidFill>
                              <a:latin typeface="Cambria Math"/>
                            </a:rPr>
                            <m:t>∗</m:t>
                          </m:r>
                        </m:sup>
                      </m:sSup>
                      <m:r>
                        <a:rPr lang="es-ES" i="1" smtClean="0">
                          <a:latin typeface="Cambria Math"/>
                        </a:rPr>
                        <m:t>=</m:t>
                      </m:r>
                      <m:f>
                        <m:fPr>
                          <m:ctrlPr>
                            <a:rPr lang="es-ES" i="1" smtClean="0">
                              <a:latin typeface="Cambria Math" panose="02040503050406030204" pitchFamily="18" charset="0"/>
                            </a:rPr>
                          </m:ctrlPr>
                        </m:fPr>
                        <m:num>
                          <m:r>
                            <a:rPr lang="es-ES_tradnl" b="1" i="1" smtClean="0">
                              <a:solidFill>
                                <a:srgbClr val="00B050"/>
                              </a:solidFill>
                              <a:latin typeface="Cambria Math"/>
                            </a:rPr>
                            <m:t>𝑪𝑭</m:t>
                          </m:r>
                        </m:num>
                        <m:den>
                          <m:r>
                            <a:rPr lang="es-ES_tradnl" b="0" i="1" smtClean="0">
                              <a:latin typeface="Cambria Math"/>
                            </a:rPr>
                            <m:t>(</m:t>
                          </m:r>
                          <m:r>
                            <a:rPr lang="es-ES_tradnl" b="1" i="1" smtClean="0">
                              <a:solidFill>
                                <a:schemeClr val="accent6">
                                  <a:lumMod val="75000"/>
                                </a:schemeClr>
                              </a:solidFill>
                              <a:latin typeface="Cambria Math"/>
                            </a:rPr>
                            <m:t>𝑷</m:t>
                          </m:r>
                          <m:r>
                            <a:rPr lang="es-ES_tradnl" b="0" i="1" smtClean="0">
                              <a:latin typeface="Cambria Math"/>
                            </a:rPr>
                            <m:t>−</m:t>
                          </m:r>
                          <m:r>
                            <a:rPr lang="es-ES_tradnl" b="1" i="1" smtClean="0">
                              <a:solidFill>
                                <a:schemeClr val="tx2">
                                  <a:lumMod val="60000"/>
                                  <a:lumOff val="40000"/>
                                </a:schemeClr>
                              </a:solidFill>
                              <a:latin typeface="Cambria Math"/>
                            </a:rPr>
                            <m:t>𝑪𝑽𝑼</m:t>
                          </m:r>
                          <m:r>
                            <a:rPr lang="es-ES_tradnl" b="0" i="1" smtClean="0">
                              <a:latin typeface="Cambria Math"/>
                            </a:rPr>
                            <m:t>)</m:t>
                          </m:r>
                        </m:den>
                      </m:f>
                    </m:oMath>
                  </m:oMathPara>
                </a14:m>
                <a:endParaRPr lang="es-ES" dirty="0"/>
              </a:p>
            </p:txBody>
          </p:sp>
        </mc:Choice>
        <mc:Fallback xmlns="">
          <p:sp>
            <p:nvSpPr>
              <p:cNvPr id="4" name="3 CuadroTexto"/>
              <p:cNvSpPr txBox="1">
                <a:spLocks noRot="1" noChangeAspect="1" noMove="1" noResize="1" noEditPoints="1" noAdjustHandles="1" noChangeArrowheads="1" noChangeShapeType="1" noTextEdit="1"/>
              </p:cNvSpPr>
              <p:nvPr/>
            </p:nvSpPr>
            <p:spPr>
              <a:xfrm>
                <a:off x="3144840" y="4833111"/>
                <a:ext cx="1886991" cy="661912"/>
              </a:xfrm>
              <a:prstGeom prst="rect">
                <a:avLst/>
              </a:prstGeom>
              <a:blipFill rotWithShape="1">
                <a:blip r:embed="rId5"/>
                <a:stretch>
                  <a:fillRect/>
                </a:stretch>
              </a:blipFill>
              <a:ln w="31750">
                <a:solidFill>
                  <a:schemeClr val="accent4">
                    <a:lumMod val="75000"/>
                  </a:schemeClr>
                </a:solidFill>
              </a:ln>
            </p:spPr>
            <p:txBody>
              <a:bodyPr/>
              <a:lstStyle/>
              <a:p>
                <a:r>
                  <a:rPr lang="es-ES">
                    <a:noFill/>
                  </a:rPr>
                  <a:t> </a:t>
                </a:r>
              </a:p>
            </p:txBody>
          </p:sp>
        </mc:Fallback>
      </mc:AlternateContent>
      <p:sp>
        <p:nvSpPr>
          <p:cNvPr id="40" name="39 CuadroTexto"/>
          <p:cNvSpPr txBox="1"/>
          <p:nvPr/>
        </p:nvSpPr>
        <p:spPr>
          <a:xfrm>
            <a:off x="5878837" y="4833111"/>
            <a:ext cx="2060970" cy="646331"/>
          </a:xfrm>
          <a:prstGeom prst="rect">
            <a:avLst/>
          </a:prstGeom>
          <a:noFill/>
        </p:spPr>
        <p:txBody>
          <a:bodyPr wrap="square" rtlCol="0">
            <a:spAutoFit/>
          </a:bodyPr>
          <a:lstStyle/>
          <a:p>
            <a:r>
              <a:rPr lang="es-ES_tradnl" b="1" dirty="0"/>
              <a:t>Se cubren gastos </a:t>
            </a:r>
          </a:p>
          <a:p>
            <a:r>
              <a:rPr lang="es-ES_tradnl" b="1" dirty="0"/>
              <a:t> B˚ = 0</a:t>
            </a:r>
            <a:endParaRPr lang="es-ES" b="1" dirty="0"/>
          </a:p>
        </p:txBody>
      </p:sp>
      <p:sp>
        <p:nvSpPr>
          <p:cNvPr id="2" name="9 Flecha izquierda">
            <a:hlinkClick r:id="" action="ppaction://hlinkshowjump?jump=previousslide"/>
            <a:extLst>
              <a:ext uri="{FF2B5EF4-FFF2-40B4-BE49-F238E27FC236}">
                <a16:creationId xmlns:a16="http://schemas.microsoft.com/office/drawing/2014/main" id="{17FA85B3-10CF-56A0-50C0-3FD211A8C33B}"/>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3" name="10 Flecha derecha">
            <a:hlinkClick r:id="" action="ppaction://hlinkshowjump?jump=nextslide"/>
            <a:extLst>
              <a:ext uri="{FF2B5EF4-FFF2-40B4-BE49-F238E27FC236}">
                <a16:creationId xmlns:a16="http://schemas.microsoft.com/office/drawing/2014/main" id="{00D0721F-7451-BBE2-6D24-82C702CDA1F8}"/>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6" name="5 CuadroTexto">
            <a:hlinkClick r:id="rId6" action="ppaction://hlinksldjump"/>
            <a:extLst>
              <a:ext uri="{FF2B5EF4-FFF2-40B4-BE49-F238E27FC236}">
                <a16:creationId xmlns:a16="http://schemas.microsoft.com/office/drawing/2014/main" id="{95F449E1-A2F1-2A31-F30D-DB29055ED219}"/>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7" name="6 Imagen">
            <a:extLst>
              <a:ext uri="{FF2B5EF4-FFF2-40B4-BE49-F238E27FC236}">
                <a16:creationId xmlns:a16="http://schemas.microsoft.com/office/drawing/2014/main" id="{508F5619-A9F7-5AD5-B8A4-120CFE1AC3AE}"/>
              </a:ext>
            </a:extLst>
          </p:cNvPr>
          <p:cNvPicPr>
            <a:picLocks noChangeAspect="1"/>
          </p:cNvPicPr>
          <p:nvPr/>
        </p:nvPicPr>
        <p:blipFill>
          <a:blip r:embed="rId7"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9" name="1 Título">
            <a:extLst>
              <a:ext uri="{FF2B5EF4-FFF2-40B4-BE49-F238E27FC236}">
                <a16:creationId xmlns:a16="http://schemas.microsoft.com/office/drawing/2014/main" id="{503E0D86-1341-AF1E-F74F-3F5B4E50B8B4}"/>
              </a:ext>
            </a:extLst>
          </p:cNvPr>
          <p:cNvSpPr txBox="1">
            <a:spLocks/>
          </p:cNvSpPr>
          <p:nvPr/>
        </p:nvSpPr>
        <p:spPr>
          <a:xfrm>
            <a:off x="35496" y="42626"/>
            <a:ext cx="8611445" cy="50605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2. El análisis de costes</a:t>
            </a:r>
          </a:p>
        </p:txBody>
      </p:sp>
    </p:spTree>
    <p:extLst>
      <p:ext uri="{BB962C8B-B14F-4D97-AF65-F5344CB8AC3E}">
        <p14:creationId xmlns:p14="http://schemas.microsoft.com/office/powerpoint/2010/main" val="345316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CuadroTexto"/>
          <p:cNvSpPr txBox="1"/>
          <p:nvPr/>
        </p:nvSpPr>
        <p:spPr>
          <a:xfrm>
            <a:off x="251520" y="937684"/>
            <a:ext cx="5099746" cy="369332"/>
          </a:xfrm>
          <a:prstGeom prst="rect">
            <a:avLst/>
          </a:prstGeom>
          <a:solidFill>
            <a:schemeClr val="accent5">
              <a:lumMod val="60000"/>
              <a:lumOff val="40000"/>
            </a:schemeClr>
          </a:solidFill>
          <a:ln>
            <a:solidFill>
              <a:schemeClr val="accent1">
                <a:shade val="95000"/>
                <a:satMod val="105000"/>
              </a:schemeClr>
            </a:solidFill>
          </a:ln>
        </p:spPr>
        <p:txBody>
          <a:bodyPr wrap="square" rtlCol="0">
            <a:spAutoFit/>
          </a:bodyPr>
          <a:lstStyle/>
          <a:p>
            <a:r>
              <a:rPr lang="es-ES_tradnl" b="1" dirty="0"/>
              <a:t>Cálculo de </a:t>
            </a:r>
            <a:r>
              <a:rPr lang="es-ES_tradnl" b="1" dirty="0" err="1"/>
              <a:t>B˚s</a:t>
            </a:r>
            <a:r>
              <a:rPr lang="es-ES_tradnl" b="1" dirty="0"/>
              <a:t> y precios de venta a partir de costes</a:t>
            </a:r>
            <a:endParaRPr lang="es-ES" b="1" dirty="0"/>
          </a:p>
        </p:txBody>
      </p:sp>
      <p:sp>
        <p:nvSpPr>
          <p:cNvPr id="24" name="23 CuadroTexto"/>
          <p:cNvSpPr txBox="1"/>
          <p:nvPr/>
        </p:nvSpPr>
        <p:spPr>
          <a:xfrm>
            <a:off x="231964" y="1844824"/>
            <a:ext cx="5825752" cy="923330"/>
          </a:xfrm>
          <a:prstGeom prst="rect">
            <a:avLst/>
          </a:prstGeom>
          <a:noFill/>
        </p:spPr>
        <p:txBody>
          <a:bodyPr wrap="square" rtlCol="0">
            <a:spAutoFit/>
          </a:bodyPr>
          <a:lstStyle/>
          <a:p>
            <a:r>
              <a:rPr lang="es-ES_tradnl" dirty="0"/>
              <a:t>Beneficios = Ingresos Totales – Costes Totales </a:t>
            </a:r>
            <a:r>
              <a:rPr lang="es-ES_tradnl" dirty="0">
                <a:sym typeface="Wingdings" panose="05000000000000000000" pitchFamily="2" charset="2"/>
              </a:rPr>
              <a:t> </a:t>
            </a:r>
            <a:r>
              <a:rPr lang="es-ES_tradnl" b="1" dirty="0"/>
              <a:t>B˚ = </a:t>
            </a:r>
            <a:r>
              <a:rPr lang="es-ES_tradnl" b="1" dirty="0">
                <a:solidFill>
                  <a:schemeClr val="accent6">
                    <a:lumMod val="75000"/>
                  </a:schemeClr>
                </a:solidFill>
              </a:rPr>
              <a:t>IT </a:t>
            </a:r>
            <a:r>
              <a:rPr lang="es-ES_tradnl" b="1" dirty="0"/>
              <a:t>– CT</a:t>
            </a:r>
          </a:p>
          <a:p>
            <a:endParaRPr lang="es-ES_tradnl" b="1" dirty="0"/>
          </a:p>
          <a:p>
            <a:r>
              <a:rPr lang="es-ES_tradnl" b="1" dirty="0"/>
              <a:t>B˚ = (</a:t>
            </a:r>
            <a:r>
              <a:rPr lang="es-ES_tradnl" b="1" dirty="0">
                <a:solidFill>
                  <a:schemeClr val="accent6">
                    <a:lumMod val="75000"/>
                  </a:schemeClr>
                </a:solidFill>
              </a:rPr>
              <a:t>P x Q</a:t>
            </a:r>
            <a:r>
              <a:rPr lang="es-ES_tradnl" b="1" dirty="0"/>
              <a:t>) – (</a:t>
            </a:r>
            <a:r>
              <a:rPr lang="es-ES_tradnl" b="1" dirty="0">
                <a:solidFill>
                  <a:srgbClr val="00B050"/>
                </a:solidFill>
              </a:rPr>
              <a:t>CF</a:t>
            </a:r>
            <a:r>
              <a:rPr lang="es-ES_tradnl" b="1" dirty="0"/>
              <a:t> + </a:t>
            </a:r>
            <a:r>
              <a:rPr lang="es-ES_tradnl" b="1" dirty="0">
                <a:solidFill>
                  <a:schemeClr val="tx2">
                    <a:lumMod val="60000"/>
                    <a:lumOff val="40000"/>
                  </a:schemeClr>
                </a:solidFill>
              </a:rPr>
              <a:t>CVU x Q</a:t>
            </a:r>
            <a:r>
              <a:rPr lang="es-ES_tradnl" b="1" dirty="0"/>
              <a:t>)</a:t>
            </a:r>
            <a:endParaRPr lang="es-ES" b="1" dirty="0"/>
          </a:p>
        </p:txBody>
      </p:sp>
      <p:sp>
        <p:nvSpPr>
          <p:cNvPr id="25" name="24 CuadroTexto"/>
          <p:cNvSpPr txBox="1"/>
          <p:nvPr/>
        </p:nvSpPr>
        <p:spPr>
          <a:xfrm>
            <a:off x="250388" y="1475492"/>
            <a:ext cx="3142054" cy="369332"/>
          </a:xfrm>
          <a:prstGeom prst="rect">
            <a:avLst/>
          </a:prstGeom>
          <a:noFill/>
        </p:spPr>
        <p:txBody>
          <a:bodyPr wrap="square" rtlCol="0">
            <a:spAutoFit/>
          </a:bodyPr>
          <a:lstStyle/>
          <a:p>
            <a:r>
              <a:rPr lang="es-ES_tradnl" b="1" i="1" dirty="0">
                <a:effectLst>
                  <a:outerShdw blurRad="38100" dist="38100" dir="2700000" algn="tl">
                    <a:srgbClr val="000000">
                      <a:alpha val="43137"/>
                    </a:srgbClr>
                  </a:outerShdw>
                </a:effectLst>
              </a:rPr>
              <a:t>Cálculo de Beneficios</a:t>
            </a:r>
            <a:endParaRPr lang="es-ES" b="1" i="1" dirty="0">
              <a:effectLst>
                <a:outerShdw blurRad="38100" dist="38100" dir="2700000" algn="tl">
                  <a:srgbClr val="000000">
                    <a:alpha val="43137"/>
                  </a:srgbClr>
                </a:outerShdw>
              </a:effectLst>
            </a:endParaRPr>
          </a:p>
        </p:txBody>
      </p:sp>
      <p:sp>
        <p:nvSpPr>
          <p:cNvPr id="26" name="25 CuadroTexto"/>
          <p:cNvSpPr txBox="1"/>
          <p:nvPr/>
        </p:nvSpPr>
        <p:spPr>
          <a:xfrm>
            <a:off x="251519" y="2924944"/>
            <a:ext cx="4281843" cy="369332"/>
          </a:xfrm>
          <a:prstGeom prst="rect">
            <a:avLst/>
          </a:prstGeom>
          <a:noFill/>
        </p:spPr>
        <p:txBody>
          <a:bodyPr wrap="square" rtlCol="0">
            <a:spAutoFit/>
          </a:bodyPr>
          <a:lstStyle/>
          <a:p>
            <a:r>
              <a:rPr lang="es-ES_tradnl" b="1" i="1" dirty="0">
                <a:effectLst>
                  <a:outerShdw blurRad="38100" dist="38100" dir="2700000" algn="tl">
                    <a:srgbClr val="000000">
                      <a:alpha val="43137"/>
                    </a:srgbClr>
                  </a:outerShdw>
                </a:effectLst>
              </a:rPr>
              <a:t>Cálculo Precio de venta: precio Técnico</a:t>
            </a:r>
            <a:r>
              <a:rPr lang="es-ES_tradnl" b="1" i="1" dirty="0">
                <a:effectLst>
                  <a:outerShdw blurRad="38100" dist="38100" dir="2700000" algn="tl">
                    <a:srgbClr val="000000">
                      <a:alpha val="43137"/>
                    </a:srgbClr>
                  </a:outerShdw>
                </a:effectLst>
                <a:sym typeface="Wingdings" panose="05000000000000000000" pitchFamily="2" charset="2"/>
              </a:rPr>
              <a:t></a:t>
            </a:r>
            <a:endParaRPr lang="es-ES" b="1" i="1" dirty="0">
              <a:effectLst>
                <a:outerShdw blurRad="38100" dist="38100" dir="2700000" algn="tl">
                  <a:srgbClr val="000000">
                    <a:alpha val="43137"/>
                  </a:srgbClr>
                </a:outerShdw>
              </a:effectLst>
            </a:endParaRPr>
          </a:p>
        </p:txBody>
      </p:sp>
      <p:sp>
        <p:nvSpPr>
          <p:cNvPr id="27" name="26 CuadroTexto"/>
          <p:cNvSpPr txBox="1"/>
          <p:nvPr/>
        </p:nvSpPr>
        <p:spPr>
          <a:xfrm>
            <a:off x="267855" y="4794381"/>
            <a:ext cx="4454687" cy="369332"/>
          </a:xfrm>
          <a:prstGeom prst="rect">
            <a:avLst/>
          </a:prstGeom>
          <a:noFill/>
        </p:spPr>
        <p:txBody>
          <a:bodyPr wrap="square" rtlCol="0">
            <a:spAutoFit/>
          </a:bodyPr>
          <a:lstStyle/>
          <a:p>
            <a:r>
              <a:rPr lang="es-ES_tradnl" b="1" i="1" dirty="0">
                <a:effectLst>
                  <a:outerShdw blurRad="38100" dist="38100" dir="2700000" algn="tl">
                    <a:srgbClr val="000000">
                      <a:alpha val="43137"/>
                    </a:srgbClr>
                  </a:outerShdw>
                </a:effectLst>
              </a:rPr>
              <a:t>Cálculo Precio de venta: precio de Venta </a:t>
            </a:r>
            <a:r>
              <a:rPr lang="es-ES_tradnl" b="1" i="1" dirty="0">
                <a:effectLst>
                  <a:outerShdw blurRad="38100" dist="38100" dir="2700000" algn="tl">
                    <a:srgbClr val="000000">
                      <a:alpha val="43137"/>
                    </a:srgbClr>
                  </a:outerShdw>
                </a:effectLst>
                <a:sym typeface="Wingdings" panose="05000000000000000000" pitchFamily="2" charset="2"/>
              </a:rPr>
              <a:t></a:t>
            </a:r>
            <a:endParaRPr lang="es-ES" b="1" i="1" dirty="0">
              <a:effectLst>
                <a:outerShdw blurRad="38100" dist="38100" dir="2700000" algn="tl">
                  <a:srgbClr val="000000">
                    <a:alpha val="43137"/>
                  </a:srgbClr>
                </a:outerShdw>
              </a:effectLst>
            </a:endParaRPr>
          </a:p>
        </p:txBody>
      </p:sp>
      <p:sp>
        <p:nvSpPr>
          <p:cNvPr id="28" name="27 CuadroTexto"/>
          <p:cNvSpPr txBox="1"/>
          <p:nvPr/>
        </p:nvSpPr>
        <p:spPr>
          <a:xfrm>
            <a:off x="4383764" y="2940964"/>
            <a:ext cx="4327732" cy="338554"/>
          </a:xfrm>
          <a:prstGeom prst="rect">
            <a:avLst/>
          </a:prstGeom>
          <a:noFill/>
        </p:spPr>
        <p:txBody>
          <a:bodyPr wrap="square" rtlCol="0">
            <a:spAutoFit/>
          </a:bodyPr>
          <a:lstStyle/>
          <a:p>
            <a:r>
              <a:rPr lang="es-ES_tradnl" sz="1600" dirty="0"/>
              <a:t>Permite cubrir todos los gastos (fijos y variables)</a:t>
            </a:r>
            <a:endParaRPr lang="es-ES" sz="1600" dirty="0"/>
          </a:p>
        </p:txBody>
      </p:sp>
      <mc:AlternateContent xmlns:mc="http://schemas.openxmlformats.org/markup-compatibility/2006" xmlns:a14="http://schemas.microsoft.com/office/drawing/2010/main">
        <mc:Choice Requires="a14">
          <p:sp>
            <p:nvSpPr>
              <p:cNvPr id="2" name="1 CuadroTexto"/>
              <p:cNvSpPr txBox="1"/>
              <p:nvPr/>
            </p:nvSpPr>
            <p:spPr>
              <a:xfrm>
                <a:off x="4767581" y="3326317"/>
                <a:ext cx="1066253" cy="65409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pt-BR" b="1" i="1" smtClean="0">
                              <a:latin typeface="Cambria Math" panose="02040503050406030204" pitchFamily="18" charset="0"/>
                            </a:rPr>
                          </m:ctrlPr>
                        </m:sSubPr>
                        <m:e>
                          <m:r>
                            <a:rPr lang="es-ES_tradnl" b="1" i="1" smtClean="0">
                              <a:latin typeface="Cambria Math"/>
                            </a:rPr>
                            <m:t>𝑷</m:t>
                          </m:r>
                        </m:e>
                        <m:sub>
                          <m:r>
                            <a:rPr lang="es-ES_tradnl" b="1" i="1" smtClean="0">
                              <a:latin typeface="Cambria Math"/>
                            </a:rPr>
                            <m:t>𝒕</m:t>
                          </m:r>
                        </m:sub>
                      </m:sSub>
                      <m:r>
                        <a:rPr lang="es-ES_tradnl" b="1" i="1" smtClean="0">
                          <a:latin typeface="Cambria Math"/>
                        </a:rPr>
                        <m:t>=</m:t>
                      </m:r>
                      <m:f>
                        <m:fPr>
                          <m:ctrlPr>
                            <a:rPr lang="pt-BR" b="1" i="1">
                              <a:latin typeface="Cambria Math" panose="02040503050406030204" pitchFamily="18" charset="0"/>
                            </a:rPr>
                          </m:ctrlPr>
                        </m:fPr>
                        <m:num>
                          <m:r>
                            <a:rPr lang="es-ES_tradnl" b="1" i="1">
                              <a:latin typeface="Cambria Math"/>
                            </a:rPr>
                            <m:t>𝑪𝑻</m:t>
                          </m:r>
                        </m:num>
                        <m:den>
                          <m:r>
                            <a:rPr lang="es-ES_tradnl" b="1" i="1">
                              <a:latin typeface="Cambria Math"/>
                            </a:rPr>
                            <m:t>𝑸</m:t>
                          </m:r>
                        </m:den>
                      </m:f>
                    </m:oMath>
                  </m:oMathPara>
                </a14:m>
                <a:endParaRPr lang="es-ES" b="1" dirty="0"/>
              </a:p>
            </p:txBody>
          </p:sp>
        </mc:Choice>
        <mc:Fallback xmlns="">
          <p:sp>
            <p:nvSpPr>
              <p:cNvPr id="2" name="1 CuadroTexto"/>
              <p:cNvSpPr txBox="1">
                <a:spLocks noRot="1" noChangeAspect="1" noMove="1" noResize="1" noEditPoints="1" noAdjustHandles="1" noChangeArrowheads="1" noChangeShapeType="1" noTextEdit="1"/>
              </p:cNvSpPr>
              <p:nvPr/>
            </p:nvSpPr>
            <p:spPr>
              <a:xfrm>
                <a:off x="4767581" y="3326317"/>
                <a:ext cx="1066253" cy="654090"/>
              </a:xfrm>
              <a:prstGeom prst="rect">
                <a:avLst/>
              </a:prstGeom>
              <a:blipFill rotWithShape="1">
                <a:blip r:embed="rId5"/>
                <a:stretch>
                  <a:fillRect/>
                </a:stretch>
              </a:blipFill>
            </p:spPr>
            <p:txBody>
              <a:bodyPr/>
              <a:lstStyle/>
              <a:p>
                <a:r>
                  <a:rPr lang="es-ES">
                    <a:noFill/>
                  </a:rPr>
                  <a:t> </a:t>
                </a:r>
              </a:p>
            </p:txBody>
          </p:sp>
        </mc:Fallback>
      </mc:AlternateContent>
      <p:sp>
        <p:nvSpPr>
          <p:cNvPr id="34" name="33 CuadroTexto"/>
          <p:cNvSpPr txBox="1"/>
          <p:nvPr/>
        </p:nvSpPr>
        <p:spPr>
          <a:xfrm>
            <a:off x="388283" y="3543980"/>
            <a:ext cx="4327732" cy="338554"/>
          </a:xfrm>
          <a:prstGeom prst="rect">
            <a:avLst/>
          </a:prstGeom>
          <a:noFill/>
        </p:spPr>
        <p:txBody>
          <a:bodyPr wrap="square" rtlCol="0">
            <a:spAutoFit/>
          </a:bodyPr>
          <a:lstStyle/>
          <a:p>
            <a:r>
              <a:rPr lang="es-ES_tradnl" sz="1600" dirty="0"/>
              <a:t>División de todos los costes entre nº de unidades</a:t>
            </a:r>
            <a:endParaRPr lang="es-ES" sz="1600" dirty="0"/>
          </a:p>
        </p:txBody>
      </p:sp>
      <p:sp>
        <p:nvSpPr>
          <p:cNvPr id="35" name="34 CuadroTexto"/>
          <p:cNvSpPr txBox="1"/>
          <p:nvPr/>
        </p:nvSpPr>
        <p:spPr>
          <a:xfrm>
            <a:off x="415328" y="4221088"/>
            <a:ext cx="4327732" cy="338554"/>
          </a:xfrm>
          <a:prstGeom prst="rect">
            <a:avLst/>
          </a:prstGeom>
          <a:noFill/>
        </p:spPr>
        <p:txBody>
          <a:bodyPr wrap="square" rtlCol="0">
            <a:spAutoFit/>
          </a:bodyPr>
          <a:lstStyle/>
          <a:p>
            <a:r>
              <a:rPr lang="es-ES_tradnl" sz="1600" dirty="0"/>
              <a:t>Cálculo a partir del coste variable unitario</a:t>
            </a:r>
            <a:endParaRPr lang="es-ES" sz="1600" dirty="0"/>
          </a:p>
        </p:txBody>
      </p:sp>
      <mc:AlternateContent xmlns:mc="http://schemas.openxmlformats.org/markup-compatibility/2006" xmlns:a14="http://schemas.microsoft.com/office/drawing/2010/main">
        <mc:Choice Requires="a14">
          <p:sp>
            <p:nvSpPr>
              <p:cNvPr id="36" name="35 CuadroTexto"/>
              <p:cNvSpPr txBox="1"/>
              <p:nvPr/>
            </p:nvSpPr>
            <p:spPr>
              <a:xfrm>
                <a:off x="4074276" y="4129043"/>
                <a:ext cx="2231203" cy="522644"/>
              </a:xfrm>
              <a:prstGeom prst="rect">
                <a:avLst/>
              </a:prstGeom>
              <a:noFill/>
            </p:spPr>
            <p:txBody>
              <a:bodyPr wrap="square" rtlCol="0">
                <a:spAutoFit/>
              </a:bodyPr>
              <a:lstStyle/>
              <a:p>
                <a14:m>
                  <m:oMath xmlns:m="http://schemas.openxmlformats.org/officeDocument/2006/math">
                    <m:sSub>
                      <m:sSubPr>
                        <m:ctrlPr>
                          <a:rPr lang="pt-BR" b="1" i="1" smtClean="0">
                            <a:latin typeface="Cambria Math" panose="02040503050406030204" pitchFamily="18" charset="0"/>
                          </a:rPr>
                        </m:ctrlPr>
                      </m:sSubPr>
                      <m:e>
                        <m:r>
                          <a:rPr lang="es-ES_tradnl" b="1" i="1" smtClean="0">
                            <a:latin typeface="Cambria Math"/>
                          </a:rPr>
                          <m:t>𝑷</m:t>
                        </m:r>
                      </m:e>
                      <m:sub>
                        <m:r>
                          <a:rPr lang="es-ES_tradnl" b="1" i="1" smtClean="0">
                            <a:latin typeface="Cambria Math"/>
                          </a:rPr>
                          <m:t>𝒕</m:t>
                        </m:r>
                      </m:sub>
                    </m:sSub>
                    <m:r>
                      <a:rPr lang="es-ES_tradnl" b="1" i="1" smtClean="0">
                        <a:latin typeface="Cambria Math"/>
                      </a:rPr>
                      <m:t>=</m:t>
                    </m:r>
                    <m:f>
                      <m:fPr>
                        <m:ctrlPr>
                          <a:rPr lang="pt-BR" b="1" i="1">
                            <a:latin typeface="Cambria Math" panose="02040503050406030204" pitchFamily="18" charset="0"/>
                          </a:rPr>
                        </m:ctrlPr>
                      </m:fPr>
                      <m:num>
                        <m:r>
                          <a:rPr lang="es-ES_tradnl" b="1" i="1">
                            <a:latin typeface="Cambria Math"/>
                          </a:rPr>
                          <m:t>𝑪𝑻</m:t>
                        </m:r>
                      </m:num>
                      <m:den>
                        <m:r>
                          <a:rPr lang="es-ES_tradnl" b="1" i="1">
                            <a:latin typeface="Cambria Math"/>
                          </a:rPr>
                          <m:t>𝑸</m:t>
                        </m:r>
                      </m:den>
                    </m:f>
                  </m:oMath>
                </a14:m>
                <a:r>
                  <a:rPr lang="es-ES" b="1" dirty="0"/>
                  <a:t> = </a:t>
                </a:r>
                <a:r>
                  <a:rPr lang="pt-BR" b="1" dirty="0"/>
                  <a:t> </a:t>
                </a:r>
                <a14:m>
                  <m:oMath xmlns:m="http://schemas.openxmlformats.org/officeDocument/2006/math">
                    <m:f>
                      <m:fPr>
                        <m:ctrlPr>
                          <a:rPr lang="pt-BR" b="1" i="1">
                            <a:latin typeface="Cambria Math" panose="02040503050406030204" pitchFamily="18" charset="0"/>
                          </a:rPr>
                        </m:ctrlPr>
                      </m:fPr>
                      <m:num>
                        <m:r>
                          <a:rPr lang="es-ES_tradnl" b="1" i="1" smtClean="0">
                            <a:solidFill>
                              <a:srgbClr val="00B050"/>
                            </a:solidFill>
                            <a:latin typeface="Cambria Math"/>
                          </a:rPr>
                          <m:t>𝑪𝑭</m:t>
                        </m:r>
                      </m:num>
                      <m:den>
                        <m:r>
                          <a:rPr lang="es-ES_tradnl" b="1" i="1">
                            <a:latin typeface="Cambria Math"/>
                          </a:rPr>
                          <m:t>𝑸</m:t>
                        </m:r>
                      </m:den>
                    </m:f>
                    <m:r>
                      <a:rPr lang="es-ES_tradnl" b="1" i="1" smtClean="0">
                        <a:latin typeface="Cambria Math"/>
                      </a:rPr>
                      <m:t>+</m:t>
                    </m:r>
                    <m:r>
                      <a:rPr lang="es-ES_tradnl" b="1" i="1" smtClean="0">
                        <a:solidFill>
                          <a:schemeClr val="tx2">
                            <a:lumMod val="60000"/>
                            <a:lumOff val="40000"/>
                          </a:schemeClr>
                        </a:solidFill>
                        <a:latin typeface="Cambria Math"/>
                      </a:rPr>
                      <m:t>𝑪𝑽𝑼</m:t>
                    </m:r>
                  </m:oMath>
                </a14:m>
                <a:r>
                  <a:rPr lang="es-ES" b="1" dirty="0"/>
                  <a:t> </a:t>
                </a:r>
              </a:p>
            </p:txBody>
          </p:sp>
        </mc:Choice>
        <mc:Fallback xmlns="">
          <p:sp>
            <p:nvSpPr>
              <p:cNvPr id="36" name="35 CuadroTexto"/>
              <p:cNvSpPr txBox="1">
                <a:spLocks noRot="1" noChangeAspect="1" noMove="1" noResize="1" noEditPoints="1" noAdjustHandles="1" noChangeArrowheads="1" noChangeShapeType="1" noTextEdit="1"/>
              </p:cNvSpPr>
              <p:nvPr/>
            </p:nvSpPr>
            <p:spPr>
              <a:xfrm>
                <a:off x="4074276" y="4129043"/>
                <a:ext cx="2231203" cy="522644"/>
              </a:xfrm>
              <a:prstGeom prst="rect">
                <a:avLst/>
              </a:prstGeom>
              <a:blipFill rotWithShape="1">
                <a:blip r:embed="rId6"/>
                <a:stretch>
                  <a:fillRect b="-4651"/>
                </a:stretch>
              </a:blipFill>
            </p:spPr>
            <p:txBody>
              <a:bodyPr/>
              <a:lstStyle/>
              <a:p>
                <a:r>
                  <a:rPr lang="es-ES">
                    <a:noFill/>
                  </a:rPr>
                  <a:t> </a:t>
                </a:r>
              </a:p>
            </p:txBody>
          </p:sp>
        </mc:Fallback>
      </mc:AlternateContent>
      <p:sp>
        <p:nvSpPr>
          <p:cNvPr id="39" name="38 CuadroTexto"/>
          <p:cNvSpPr txBox="1"/>
          <p:nvPr/>
        </p:nvSpPr>
        <p:spPr>
          <a:xfrm>
            <a:off x="4536164" y="4790475"/>
            <a:ext cx="4428324" cy="584775"/>
          </a:xfrm>
          <a:prstGeom prst="rect">
            <a:avLst/>
          </a:prstGeom>
          <a:noFill/>
        </p:spPr>
        <p:txBody>
          <a:bodyPr wrap="square" rtlCol="0">
            <a:spAutoFit/>
          </a:bodyPr>
          <a:lstStyle/>
          <a:p>
            <a:r>
              <a:rPr lang="es-ES_tradnl" sz="1600" dirty="0"/>
              <a:t>Añadiendo al precio técnico el margen que queremos ganar</a:t>
            </a:r>
            <a:endParaRPr lang="es-ES" sz="1600" dirty="0"/>
          </a:p>
        </p:txBody>
      </p:sp>
      <mc:AlternateContent xmlns:mc="http://schemas.openxmlformats.org/markup-compatibility/2006" xmlns:a14="http://schemas.microsoft.com/office/drawing/2010/main">
        <mc:Choice Requires="a14">
          <p:sp>
            <p:nvSpPr>
              <p:cNvPr id="42" name="41 CuadroTexto"/>
              <p:cNvSpPr txBox="1"/>
              <p:nvPr/>
            </p:nvSpPr>
            <p:spPr>
              <a:xfrm>
                <a:off x="352763" y="5380073"/>
                <a:ext cx="329257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1" i="1" smtClean="0">
                              <a:latin typeface="Cambria Math" panose="02040503050406030204" pitchFamily="18" charset="0"/>
                            </a:rPr>
                          </m:ctrlPr>
                        </m:sSubPr>
                        <m:e>
                          <m:r>
                            <a:rPr lang="es-ES_tradnl" b="1" i="1" smtClean="0">
                              <a:latin typeface="Cambria Math"/>
                            </a:rPr>
                            <m:t>𝑷𝑽</m:t>
                          </m:r>
                          <m:r>
                            <a:rPr lang="es-ES_tradnl" b="1" i="1" smtClean="0">
                              <a:latin typeface="Cambria Math"/>
                            </a:rPr>
                            <m:t>=</m:t>
                          </m:r>
                          <m:r>
                            <a:rPr lang="es-ES_tradnl" b="1" i="1" smtClean="0">
                              <a:latin typeface="Cambria Math"/>
                            </a:rPr>
                            <m:t>𝑷</m:t>
                          </m:r>
                        </m:e>
                        <m:sub>
                          <m:r>
                            <a:rPr lang="es-ES_tradnl" b="1" i="1" smtClean="0">
                              <a:latin typeface="Cambria Math"/>
                            </a:rPr>
                            <m:t>𝒕</m:t>
                          </m:r>
                          <m:r>
                            <a:rPr lang="es-ES_tradnl" b="1" i="1" smtClean="0">
                              <a:latin typeface="Cambria Math"/>
                            </a:rPr>
                            <m:t> </m:t>
                          </m:r>
                        </m:sub>
                      </m:sSub>
                      <m:r>
                        <a:rPr lang="es-ES_tradnl" b="1" i="1" smtClean="0">
                          <a:latin typeface="Cambria Math"/>
                        </a:rPr>
                        <m:t>𝒙</m:t>
                      </m:r>
                      <m:r>
                        <a:rPr lang="es-ES_tradnl" b="1" i="1" smtClean="0">
                          <a:latin typeface="Cambria Math"/>
                        </a:rPr>
                        <m:t> (</m:t>
                      </m:r>
                      <m:r>
                        <a:rPr lang="es-ES_tradnl" b="1" i="1" smtClean="0">
                          <a:latin typeface="Cambria Math"/>
                        </a:rPr>
                        <m:t>𝟏</m:t>
                      </m:r>
                      <m:r>
                        <a:rPr lang="es-ES_tradnl" b="1" i="1" smtClean="0">
                          <a:latin typeface="Cambria Math"/>
                        </a:rPr>
                        <m:t>+</m:t>
                      </m:r>
                      <m:r>
                        <a:rPr lang="es-ES_tradnl" b="1" i="1" smtClean="0">
                          <a:latin typeface="Cambria Math"/>
                        </a:rPr>
                        <m:t>𝒎𝒂𝒓𝒈𝒆𝒏</m:t>
                      </m:r>
                      <m:r>
                        <a:rPr lang="es-ES_tradnl" b="1" i="1" smtClean="0">
                          <a:latin typeface="Cambria Math"/>
                        </a:rPr>
                        <m:t>)</m:t>
                      </m:r>
                    </m:oMath>
                  </m:oMathPara>
                </a14:m>
                <a:endParaRPr lang="es-ES" b="1" dirty="0"/>
              </a:p>
            </p:txBody>
          </p:sp>
        </mc:Choice>
        <mc:Fallback xmlns="">
          <p:sp>
            <p:nvSpPr>
              <p:cNvPr id="42" name="41 CuadroTexto"/>
              <p:cNvSpPr txBox="1">
                <a:spLocks noRot="1" noChangeAspect="1" noMove="1" noResize="1" noEditPoints="1" noAdjustHandles="1" noChangeArrowheads="1" noChangeShapeType="1" noTextEdit="1"/>
              </p:cNvSpPr>
              <p:nvPr/>
            </p:nvSpPr>
            <p:spPr>
              <a:xfrm>
                <a:off x="352763" y="5380073"/>
                <a:ext cx="3292576" cy="369332"/>
              </a:xfrm>
              <a:prstGeom prst="rect">
                <a:avLst/>
              </a:prstGeom>
              <a:blipFill rotWithShape="1">
                <a:blip r:embed="rId7"/>
                <a:stretch>
                  <a:fillRect b="-13333"/>
                </a:stretch>
              </a:blipFill>
            </p:spPr>
            <p:txBody>
              <a:bodyPr/>
              <a:lstStyle/>
              <a:p>
                <a:r>
                  <a:rPr lang="es-ES">
                    <a:noFill/>
                  </a:rPr>
                  <a:t> </a:t>
                </a:r>
              </a:p>
            </p:txBody>
          </p:sp>
        </mc:Fallback>
      </mc:AlternateContent>
      <p:sp>
        <p:nvSpPr>
          <p:cNvPr id="3" name="9 Flecha izquierda">
            <a:hlinkClick r:id="" action="ppaction://hlinkshowjump?jump=previousslide"/>
            <a:extLst>
              <a:ext uri="{FF2B5EF4-FFF2-40B4-BE49-F238E27FC236}">
                <a16:creationId xmlns:a16="http://schemas.microsoft.com/office/drawing/2014/main" id="{6D52A643-E451-7829-AC45-90A08E81C6BE}"/>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4" name="10 Flecha derecha">
            <a:hlinkClick r:id="" action="ppaction://hlinkshowjump?jump=nextslide"/>
            <a:extLst>
              <a:ext uri="{FF2B5EF4-FFF2-40B4-BE49-F238E27FC236}">
                <a16:creationId xmlns:a16="http://schemas.microsoft.com/office/drawing/2014/main" id="{8C9A25CF-6328-847C-4725-7BAADE8C0ECF}"/>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6" name="5 CuadroTexto">
            <a:hlinkClick r:id="rId8" action="ppaction://hlinksldjump"/>
            <a:extLst>
              <a:ext uri="{FF2B5EF4-FFF2-40B4-BE49-F238E27FC236}">
                <a16:creationId xmlns:a16="http://schemas.microsoft.com/office/drawing/2014/main" id="{5FA69F27-27D0-2436-6A6E-DF64A2E85642}"/>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7" name="6 Imagen">
            <a:extLst>
              <a:ext uri="{FF2B5EF4-FFF2-40B4-BE49-F238E27FC236}">
                <a16:creationId xmlns:a16="http://schemas.microsoft.com/office/drawing/2014/main" id="{F464115F-4FB8-8B1B-D016-83F3457C4CF6}"/>
              </a:ext>
            </a:extLst>
          </p:cNvPr>
          <p:cNvPicPr>
            <a:picLocks noChangeAspect="1"/>
          </p:cNvPicPr>
          <p:nvPr/>
        </p:nvPicPr>
        <p:blipFill>
          <a:blip r:embed="rId9"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8" name="1 Título">
            <a:extLst>
              <a:ext uri="{FF2B5EF4-FFF2-40B4-BE49-F238E27FC236}">
                <a16:creationId xmlns:a16="http://schemas.microsoft.com/office/drawing/2014/main" id="{292DB13B-2A0F-18F6-DBD9-7C4D104E1C6E}"/>
              </a:ext>
            </a:extLst>
          </p:cNvPr>
          <p:cNvSpPr txBox="1">
            <a:spLocks/>
          </p:cNvSpPr>
          <p:nvPr/>
        </p:nvSpPr>
        <p:spPr>
          <a:xfrm>
            <a:off x="35496" y="42626"/>
            <a:ext cx="8611445" cy="50605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2. El análisis de costes</a:t>
            </a:r>
          </a:p>
        </p:txBody>
      </p:sp>
    </p:spTree>
    <p:extLst>
      <p:ext uri="{BB962C8B-B14F-4D97-AF65-F5344CB8AC3E}">
        <p14:creationId xmlns:p14="http://schemas.microsoft.com/office/powerpoint/2010/main" val="1456099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1 Título"/>
          <p:cNvSpPr txBox="1">
            <a:spLocks/>
          </p:cNvSpPr>
          <p:nvPr/>
        </p:nvSpPr>
        <p:spPr>
          <a:xfrm>
            <a:off x="35496" y="1683"/>
            <a:ext cx="8229600" cy="582499"/>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3. La inversión y los gastos iniciales</a:t>
            </a:r>
          </a:p>
        </p:txBody>
      </p:sp>
      <p:sp>
        <p:nvSpPr>
          <p:cNvPr id="31" name="30 Rectángulo"/>
          <p:cNvSpPr/>
          <p:nvPr/>
        </p:nvSpPr>
        <p:spPr>
          <a:xfrm>
            <a:off x="252522" y="1052736"/>
            <a:ext cx="8640589" cy="646331"/>
          </a:xfrm>
          <a:prstGeom prst="rect">
            <a:avLst/>
          </a:prstGeom>
        </p:spPr>
        <p:txBody>
          <a:bodyPr wrap="square">
            <a:spAutoFit/>
          </a:bodyPr>
          <a:lstStyle/>
          <a:p>
            <a:pPr lvl="0"/>
            <a:r>
              <a:rPr lang="es-ES_tradnl" dirty="0">
                <a:solidFill>
                  <a:prstClr val="black"/>
                </a:solidFill>
              </a:rPr>
              <a:t>Tras estudiar los costes y antes de determinar el dinero que nos va a hacer falta es preciso:</a:t>
            </a:r>
          </a:p>
          <a:p>
            <a:pPr lvl="0" algn="ctr"/>
            <a:r>
              <a:rPr lang="es-ES_tradnl" b="1" i="1" dirty="0">
                <a:solidFill>
                  <a:prstClr val="black"/>
                </a:solidFill>
                <a:effectLst>
                  <a:outerShdw blurRad="38100" dist="38100" dir="2700000" algn="tl">
                    <a:srgbClr val="000000">
                      <a:alpha val="43137"/>
                    </a:srgbClr>
                  </a:outerShdw>
                </a:effectLst>
              </a:rPr>
              <a:t>Plan de Inversiones y Gastos Iniciales</a:t>
            </a:r>
          </a:p>
        </p:txBody>
      </p:sp>
      <p:sp>
        <p:nvSpPr>
          <p:cNvPr id="34" name="33 Rectángulo"/>
          <p:cNvSpPr/>
          <p:nvPr/>
        </p:nvSpPr>
        <p:spPr>
          <a:xfrm>
            <a:off x="3510959" y="1893553"/>
            <a:ext cx="5175927" cy="584775"/>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Compra de un bien o derecho que es duradero en la empresa, ya que va a usarse durante más de un año</a:t>
            </a:r>
            <a:endParaRPr lang="es-ES" sz="1600" dirty="0"/>
          </a:p>
        </p:txBody>
      </p:sp>
      <p:sp>
        <p:nvSpPr>
          <p:cNvPr id="38" name="37 Flecha derecha"/>
          <p:cNvSpPr/>
          <p:nvPr/>
        </p:nvSpPr>
        <p:spPr>
          <a:xfrm>
            <a:off x="2899941" y="2092981"/>
            <a:ext cx="494484" cy="212990"/>
          </a:xfrm>
          <a:prstGeom prst="right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41" name="40 CuadroTexto"/>
          <p:cNvSpPr txBox="1"/>
          <p:nvPr/>
        </p:nvSpPr>
        <p:spPr>
          <a:xfrm>
            <a:off x="502881" y="1988235"/>
            <a:ext cx="2159624" cy="369332"/>
          </a:xfrm>
          <a:prstGeom prst="rect">
            <a:avLst/>
          </a:prstGeom>
          <a:solidFill>
            <a:srgbClr val="92D050"/>
          </a:solidFill>
          <a:ln>
            <a:solidFill>
              <a:srgbClr val="00B050"/>
            </a:solidFill>
          </a:ln>
          <a:effectLst>
            <a:outerShdw blurRad="76200" dir="13500000" sy="23000" kx="1200000" algn="br" rotWithShape="0">
              <a:prstClr val="black">
                <a:alpha val="20000"/>
              </a:prstClr>
            </a:outerShdw>
          </a:effectLst>
        </p:spPr>
        <p:txBody>
          <a:bodyPr wrap="square" rtlCol="0">
            <a:spAutoFit/>
          </a:bodyPr>
          <a:lstStyle>
            <a:defPPr>
              <a:defRPr lang="es-ES"/>
            </a:defPPr>
            <a:lvl1pPr>
              <a:defRPr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s-ES_tradnl" dirty="0"/>
              <a:t>Inversión</a:t>
            </a:r>
            <a:endParaRPr lang="es-ES" b="0" dirty="0"/>
          </a:p>
        </p:txBody>
      </p:sp>
      <p:sp>
        <p:nvSpPr>
          <p:cNvPr id="29" name="28 Rectángulo"/>
          <p:cNvSpPr/>
          <p:nvPr/>
        </p:nvSpPr>
        <p:spPr>
          <a:xfrm>
            <a:off x="150314" y="2774525"/>
            <a:ext cx="1181326" cy="33855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s-ES_tradnl" sz="1600" b="1" dirty="0">
                <a:solidFill>
                  <a:prstClr val="black"/>
                </a:solidFill>
                <a:sym typeface="Wingdings" pitchFamily="2" charset="2"/>
              </a:rPr>
              <a:t>Local</a:t>
            </a:r>
            <a:endParaRPr lang="es-ES" sz="1600" b="1" dirty="0"/>
          </a:p>
        </p:txBody>
      </p:sp>
      <p:sp>
        <p:nvSpPr>
          <p:cNvPr id="36" name="35 Rectángulo"/>
          <p:cNvSpPr/>
          <p:nvPr/>
        </p:nvSpPr>
        <p:spPr>
          <a:xfrm>
            <a:off x="2640196" y="4137316"/>
            <a:ext cx="6252915" cy="584775"/>
          </a:xfrm>
          <a:prstGeom prst="rect">
            <a:avLst/>
          </a:prstGeom>
          <a:ln>
            <a:solidFill>
              <a:schemeClr val="tx2"/>
            </a:solidFill>
          </a:ln>
        </p:spPr>
        <p:txBody>
          <a:bodyPr wrap="square">
            <a:spAutoFit/>
          </a:bodyPr>
          <a:lstStyle/>
          <a:p>
            <a:r>
              <a:rPr lang="es-ES_tradnl" sz="1600" dirty="0">
                <a:solidFill>
                  <a:prstClr val="black"/>
                </a:solidFill>
                <a:sym typeface="Wingdings" pitchFamily="2" charset="2"/>
              </a:rPr>
              <a:t>Compra de un bien, servicio o derecho, que la empresa va a consumir (a “gastar”) de forma inmediata, por lo que su uso es menor de un año</a:t>
            </a:r>
            <a:endParaRPr lang="es-ES" sz="1600" dirty="0"/>
          </a:p>
        </p:txBody>
      </p:sp>
      <p:sp>
        <p:nvSpPr>
          <p:cNvPr id="40" name="39 Flecha derecha"/>
          <p:cNvSpPr/>
          <p:nvPr/>
        </p:nvSpPr>
        <p:spPr>
          <a:xfrm>
            <a:off x="1982904" y="4366852"/>
            <a:ext cx="495961" cy="185961"/>
          </a:xfrm>
          <a:prstGeom prst="rightArrow">
            <a:avLst/>
          </a:prstGeom>
          <a:solidFill>
            <a:schemeClr val="tx2">
              <a:lumMod val="60000"/>
              <a:lumOff val="4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50" name="49 CuadroTexto"/>
          <p:cNvSpPr txBox="1"/>
          <p:nvPr/>
        </p:nvSpPr>
        <p:spPr>
          <a:xfrm>
            <a:off x="165930" y="4276463"/>
            <a:ext cx="1719466" cy="369332"/>
          </a:xfrm>
          <a:prstGeom prst="rect">
            <a:avLst/>
          </a:prstGeom>
          <a:solidFill>
            <a:schemeClr val="tx2">
              <a:lumMod val="60000"/>
              <a:lumOff val="40000"/>
            </a:schemeClr>
          </a:solidFill>
          <a:ln>
            <a:solidFill>
              <a:schemeClr val="tx2"/>
            </a:solidFill>
          </a:ln>
          <a:effectLst>
            <a:outerShdw blurRad="76200" dir="13500000" sy="23000" kx="1200000" algn="br" rotWithShape="0">
              <a:prstClr val="black">
                <a:alpha val="20000"/>
              </a:prstClr>
            </a:outerShdw>
          </a:effectLst>
        </p:spPr>
        <p:txBody>
          <a:bodyPr wrap="square" rtlCol="0">
            <a:spAutoFit/>
          </a:bodyPr>
          <a:lstStyle>
            <a:defPPr>
              <a:defRPr lang="es-ES"/>
            </a:defPPr>
            <a:lvl1pPr>
              <a:defRPr b="1">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es-ES_tradnl" dirty="0"/>
              <a:t>Gasto</a:t>
            </a:r>
            <a:endParaRPr lang="es-ES" b="0" dirty="0"/>
          </a:p>
        </p:txBody>
      </p:sp>
      <p:sp>
        <p:nvSpPr>
          <p:cNvPr id="53" name="52 Rectángulo"/>
          <p:cNvSpPr/>
          <p:nvPr/>
        </p:nvSpPr>
        <p:spPr>
          <a:xfrm>
            <a:off x="150315" y="4968091"/>
            <a:ext cx="1832590" cy="341903"/>
          </a:xfrm>
          <a:prstGeom prst="rect">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s-ES_tradnl" sz="1600" b="1" dirty="0">
                <a:solidFill>
                  <a:prstClr val="black"/>
                </a:solidFill>
                <a:sym typeface="Wingdings" pitchFamily="2" charset="2"/>
              </a:rPr>
              <a:t>Gts- constitución</a:t>
            </a:r>
            <a:endParaRPr lang="es-ES" sz="1600" b="1" dirty="0"/>
          </a:p>
        </p:txBody>
      </p:sp>
      <p:sp>
        <p:nvSpPr>
          <p:cNvPr id="26" name="25 Rectángulo"/>
          <p:cNvSpPr/>
          <p:nvPr/>
        </p:nvSpPr>
        <p:spPr>
          <a:xfrm>
            <a:off x="1544094" y="2774525"/>
            <a:ext cx="1757390" cy="33855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s-ES_tradnl" sz="1600" b="1" dirty="0">
                <a:solidFill>
                  <a:prstClr val="black"/>
                </a:solidFill>
                <a:sym typeface="Wingdings" pitchFamily="2" charset="2"/>
              </a:rPr>
              <a:t>Instalaciones</a:t>
            </a:r>
            <a:endParaRPr lang="es-ES" sz="1600" b="1" dirty="0"/>
          </a:p>
        </p:txBody>
      </p:sp>
      <p:sp>
        <p:nvSpPr>
          <p:cNvPr id="30" name="29 Rectángulo"/>
          <p:cNvSpPr/>
          <p:nvPr/>
        </p:nvSpPr>
        <p:spPr>
          <a:xfrm>
            <a:off x="3526577" y="2774525"/>
            <a:ext cx="1757390" cy="33855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s-ES_tradnl" sz="1600" b="1" dirty="0">
                <a:solidFill>
                  <a:prstClr val="black"/>
                </a:solidFill>
                <a:sym typeface="Wingdings" pitchFamily="2" charset="2"/>
              </a:rPr>
              <a:t>Mobiliario</a:t>
            </a:r>
            <a:endParaRPr lang="es-ES" sz="1600" b="1" dirty="0"/>
          </a:p>
        </p:txBody>
      </p:sp>
      <p:sp>
        <p:nvSpPr>
          <p:cNvPr id="37" name="36 Rectángulo"/>
          <p:cNvSpPr/>
          <p:nvPr/>
        </p:nvSpPr>
        <p:spPr>
          <a:xfrm>
            <a:off x="5580112" y="2774525"/>
            <a:ext cx="1757390" cy="33855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s-ES_tradnl" sz="1600" b="1" dirty="0">
                <a:solidFill>
                  <a:prstClr val="black"/>
                </a:solidFill>
                <a:sym typeface="Wingdings" pitchFamily="2" charset="2"/>
              </a:rPr>
              <a:t>Maquinaria</a:t>
            </a:r>
            <a:endParaRPr lang="es-ES" sz="1600" b="1" dirty="0"/>
          </a:p>
        </p:txBody>
      </p:sp>
      <p:sp>
        <p:nvSpPr>
          <p:cNvPr id="39" name="38 Rectángulo"/>
          <p:cNvSpPr/>
          <p:nvPr/>
        </p:nvSpPr>
        <p:spPr>
          <a:xfrm>
            <a:off x="7479025" y="2651414"/>
            <a:ext cx="1456729" cy="584775"/>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s-ES_tradnl" sz="1600" b="1" dirty="0">
                <a:solidFill>
                  <a:prstClr val="black"/>
                </a:solidFill>
                <a:sym typeface="Wingdings" pitchFamily="2" charset="2"/>
              </a:rPr>
              <a:t>Herramientas y útiles</a:t>
            </a:r>
            <a:endParaRPr lang="es-ES" sz="1600" b="1" dirty="0"/>
          </a:p>
        </p:txBody>
      </p:sp>
      <p:sp>
        <p:nvSpPr>
          <p:cNvPr id="42" name="41 Rectángulo"/>
          <p:cNvSpPr/>
          <p:nvPr/>
        </p:nvSpPr>
        <p:spPr>
          <a:xfrm>
            <a:off x="150314" y="3419222"/>
            <a:ext cx="1757390" cy="33855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s-ES_tradnl" sz="1600" b="1" dirty="0">
                <a:solidFill>
                  <a:prstClr val="black"/>
                </a:solidFill>
                <a:sym typeface="Wingdings" pitchFamily="2" charset="2"/>
              </a:rPr>
              <a:t>Vehículos</a:t>
            </a:r>
            <a:endParaRPr lang="es-ES" sz="1600" b="1" dirty="0"/>
          </a:p>
        </p:txBody>
      </p:sp>
      <p:sp>
        <p:nvSpPr>
          <p:cNvPr id="43" name="42 Rectángulo"/>
          <p:cNvSpPr/>
          <p:nvPr/>
        </p:nvSpPr>
        <p:spPr>
          <a:xfrm>
            <a:off x="2178855" y="3296111"/>
            <a:ext cx="1641053" cy="584775"/>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s-ES_tradnl" sz="1600" b="1" dirty="0">
                <a:solidFill>
                  <a:prstClr val="black"/>
                </a:solidFill>
                <a:sym typeface="Wingdings" pitchFamily="2" charset="2"/>
              </a:rPr>
              <a:t>Equipos informáticos</a:t>
            </a:r>
            <a:endParaRPr lang="es-ES" sz="1600" b="1" dirty="0"/>
          </a:p>
        </p:txBody>
      </p:sp>
      <p:sp>
        <p:nvSpPr>
          <p:cNvPr id="44" name="43 Rectángulo"/>
          <p:cNvSpPr/>
          <p:nvPr/>
        </p:nvSpPr>
        <p:spPr>
          <a:xfrm>
            <a:off x="3993323" y="3291881"/>
            <a:ext cx="1757390" cy="584775"/>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s-ES_tradnl" sz="1600" b="1" dirty="0">
                <a:solidFill>
                  <a:prstClr val="black"/>
                </a:solidFill>
                <a:sym typeface="Wingdings" pitchFamily="2" charset="2"/>
              </a:rPr>
              <a:t>Programas informáticos</a:t>
            </a:r>
            <a:endParaRPr lang="es-ES" sz="1600" b="1" dirty="0"/>
          </a:p>
        </p:txBody>
      </p:sp>
      <p:sp>
        <p:nvSpPr>
          <p:cNvPr id="45" name="44 Rectángulo"/>
          <p:cNvSpPr/>
          <p:nvPr/>
        </p:nvSpPr>
        <p:spPr>
          <a:xfrm>
            <a:off x="5955649" y="3419222"/>
            <a:ext cx="1757390" cy="338554"/>
          </a:xfrm>
          <a:prstGeom prst="rect">
            <a:avLst/>
          </a:prstGeom>
          <a:ln/>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s-ES_tradnl" sz="1600" b="1" dirty="0">
                <a:solidFill>
                  <a:prstClr val="black"/>
                </a:solidFill>
                <a:sym typeface="Wingdings" pitchFamily="2" charset="2"/>
              </a:rPr>
              <a:t>Patentes, marcas</a:t>
            </a:r>
            <a:endParaRPr lang="es-ES" sz="1600" b="1" dirty="0"/>
          </a:p>
        </p:txBody>
      </p:sp>
      <p:sp>
        <p:nvSpPr>
          <p:cNvPr id="46" name="45 Rectángulo"/>
          <p:cNvSpPr/>
          <p:nvPr/>
        </p:nvSpPr>
        <p:spPr>
          <a:xfrm>
            <a:off x="2162702" y="4968092"/>
            <a:ext cx="1711819" cy="338554"/>
          </a:xfrm>
          <a:prstGeom prst="rect">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s-ES_tradnl" sz="1600" b="1" dirty="0">
                <a:solidFill>
                  <a:prstClr val="black"/>
                </a:solidFill>
                <a:sym typeface="Wingdings" pitchFamily="2" charset="2"/>
              </a:rPr>
              <a:t>Gts. lanzamiento</a:t>
            </a:r>
            <a:endParaRPr lang="es-ES" sz="1600" b="1" dirty="0"/>
          </a:p>
        </p:txBody>
      </p:sp>
      <p:sp>
        <p:nvSpPr>
          <p:cNvPr id="47" name="46 Rectángulo"/>
          <p:cNvSpPr/>
          <p:nvPr/>
        </p:nvSpPr>
        <p:spPr>
          <a:xfrm>
            <a:off x="3993323" y="4961132"/>
            <a:ext cx="1837111" cy="338554"/>
          </a:xfrm>
          <a:prstGeom prst="rect">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s-ES_tradnl" sz="1600" b="1" dirty="0">
                <a:solidFill>
                  <a:prstClr val="black"/>
                </a:solidFill>
                <a:sym typeface="Wingdings" pitchFamily="2" charset="2"/>
              </a:rPr>
              <a:t>Alquiler locales</a:t>
            </a:r>
            <a:endParaRPr lang="es-ES" sz="1600" b="1" dirty="0"/>
          </a:p>
        </p:txBody>
      </p:sp>
      <p:sp>
        <p:nvSpPr>
          <p:cNvPr id="48" name="47 Rectángulo"/>
          <p:cNvSpPr/>
          <p:nvPr/>
        </p:nvSpPr>
        <p:spPr>
          <a:xfrm>
            <a:off x="5955649" y="4961132"/>
            <a:ext cx="1568285" cy="338554"/>
          </a:xfrm>
          <a:prstGeom prst="rect">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s-ES_tradnl" sz="1600" b="1" dirty="0">
                <a:solidFill>
                  <a:prstClr val="black"/>
                </a:solidFill>
                <a:sym typeface="Wingdings" pitchFamily="2" charset="2"/>
              </a:rPr>
              <a:t>Sueldos y SS</a:t>
            </a:r>
            <a:endParaRPr lang="es-ES" sz="1600" b="1" dirty="0"/>
          </a:p>
        </p:txBody>
      </p:sp>
      <p:sp>
        <p:nvSpPr>
          <p:cNvPr id="49" name="48 Rectángulo"/>
          <p:cNvSpPr/>
          <p:nvPr/>
        </p:nvSpPr>
        <p:spPr>
          <a:xfrm>
            <a:off x="7608297" y="4975216"/>
            <a:ext cx="1407372" cy="338554"/>
          </a:xfrm>
          <a:prstGeom prst="rect">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s-ES_tradnl" sz="1600" b="1" dirty="0">
                <a:solidFill>
                  <a:prstClr val="black"/>
                </a:solidFill>
                <a:sym typeface="Wingdings" pitchFamily="2" charset="2"/>
              </a:rPr>
              <a:t>Suministros</a:t>
            </a:r>
            <a:endParaRPr lang="es-ES" sz="1600" b="1" dirty="0"/>
          </a:p>
        </p:txBody>
      </p:sp>
      <p:sp>
        <p:nvSpPr>
          <p:cNvPr id="55" name="54 Rectángulo"/>
          <p:cNvSpPr/>
          <p:nvPr/>
        </p:nvSpPr>
        <p:spPr>
          <a:xfrm>
            <a:off x="145998" y="5550986"/>
            <a:ext cx="2272475" cy="338554"/>
          </a:xfrm>
          <a:prstGeom prst="rect">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s-ES_tradnl" sz="1600" b="1" dirty="0">
                <a:solidFill>
                  <a:prstClr val="black"/>
                </a:solidFill>
                <a:sym typeface="Wingdings" pitchFamily="2" charset="2"/>
              </a:rPr>
              <a:t>Servicios profesionales</a:t>
            </a:r>
            <a:endParaRPr lang="es-ES" sz="1600" b="1" dirty="0"/>
          </a:p>
        </p:txBody>
      </p:sp>
      <p:sp>
        <p:nvSpPr>
          <p:cNvPr id="56" name="55 Rectángulo"/>
          <p:cNvSpPr/>
          <p:nvPr/>
        </p:nvSpPr>
        <p:spPr>
          <a:xfrm>
            <a:off x="2616057" y="5550986"/>
            <a:ext cx="1821040" cy="338554"/>
          </a:xfrm>
          <a:prstGeom prst="rect">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s-ES_tradnl" sz="1600" b="1" dirty="0">
                <a:solidFill>
                  <a:prstClr val="black"/>
                </a:solidFill>
                <a:sym typeface="Wingdings" pitchFamily="2" charset="2"/>
              </a:rPr>
              <a:t>Material de oficina</a:t>
            </a:r>
            <a:endParaRPr lang="es-ES" sz="1600" b="1" dirty="0"/>
          </a:p>
        </p:txBody>
      </p:sp>
      <p:sp>
        <p:nvSpPr>
          <p:cNvPr id="57" name="56 Rectángulo"/>
          <p:cNvSpPr/>
          <p:nvPr/>
        </p:nvSpPr>
        <p:spPr>
          <a:xfrm>
            <a:off x="4572816" y="5550986"/>
            <a:ext cx="2108009" cy="338554"/>
          </a:xfrm>
          <a:prstGeom prst="rect">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s-ES_tradnl" sz="1600" b="1" dirty="0">
                <a:solidFill>
                  <a:prstClr val="black"/>
                </a:solidFill>
                <a:sym typeface="Wingdings" pitchFamily="2" charset="2"/>
              </a:rPr>
              <a:t>Stock mín. a la venta</a:t>
            </a:r>
            <a:endParaRPr lang="es-ES" sz="1600" b="1" dirty="0"/>
          </a:p>
        </p:txBody>
      </p:sp>
      <p:sp>
        <p:nvSpPr>
          <p:cNvPr id="58" name="57 Rectángulo"/>
          <p:cNvSpPr/>
          <p:nvPr/>
        </p:nvSpPr>
        <p:spPr>
          <a:xfrm>
            <a:off x="6834345" y="5550986"/>
            <a:ext cx="1852542" cy="338554"/>
          </a:xfrm>
          <a:prstGeom prst="rect">
            <a:avLst/>
          </a:prstGeom>
          <a:ln/>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s-ES_tradnl" sz="1600" b="1" dirty="0">
                <a:solidFill>
                  <a:prstClr val="black"/>
                </a:solidFill>
                <a:sym typeface="Wingdings" pitchFamily="2" charset="2"/>
              </a:rPr>
              <a:t>Gts. Financieros </a:t>
            </a:r>
            <a:endParaRPr lang="es-ES" sz="1600" b="1" dirty="0"/>
          </a:p>
        </p:txBody>
      </p:sp>
      <p:sp>
        <p:nvSpPr>
          <p:cNvPr id="3" name="9 Flecha izquierda">
            <a:hlinkClick r:id="" action="ppaction://hlinkshowjump?jump=previousslide"/>
            <a:extLst>
              <a:ext uri="{FF2B5EF4-FFF2-40B4-BE49-F238E27FC236}">
                <a16:creationId xmlns:a16="http://schemas.microsoft.com/office/drawing/2014/main" id="{106600F2-CD8E-2E2C-669A-B95E59E0A1B2}"/>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4" name="10 Flecha derecha">
            <a:hlinkClick r:id="" action="ppaction://hlinkshowjump?jump=nextslide"/>
            <a:extLst>
              <a:ext uri="{FF2B5EF4-FFF2-40B4-BE49-F238E27FC236}">
                <a16:creationId xmlns:a16="http://schemas.microsoft.com/office/drawing/2014/main" id="{B98BDD8A-6FE3-A450-4A09-A2FB47FAAEA9}"/>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5" name="5 CuadroTexto">
            <a:hlinkClick r:id="rId2" action="ppaction://hlinksldjump"/>
            <a:extLst>
              <a:ext uri="{FF2B5EF4-FFF2-40B4-BE49-F238E27FC236}">
                <a16:creationId xmlns:a16="http://schemas.microsoft.com/office/drawing/2014/main" id="{F54AD943-86F5-6FA9-77D5-9E786FEBED2C}"/>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6" name="6 Imagen">
            <a:extLst>
              <a:ext uri="{FF2B5EF4-FFF2-40B4-BE49-F238E27FC236}">
                <a16:creationId xmlns:a16="http://schemas.microsoft.com/office/drawing/2014/main" id="{B66FEB3A-62AC-5A3E-8809-4E048432E90E}"/>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Tree>
    <p:extLst>
      <p:ext uri="{BB962C8B-B14F-4D97-AF65-F5344CB8AC3E}">
        <p14:creationId xmlns:p14="http://schemas.microsoft.com/office/powerpoint/2010/main" val="126366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2 Diagrama"/>
          <p:cNvGraphicFramePr/>
          <p:nvPr>
            <p:extLst>
              <p:ext uri="{D42A27DB-BD31-4B8C-83A1-F6EECF244321}">
                <p14:modId xmlns:p14="http://schemas.microsoft.com/office/powerpoint/2010/main" val="2958182204"/>
              </p:ext>
            </p:extLst>
          </p:nvPr>
        </p:nvGraphicFramePr>
        <p:xfrm>
          <a:off x="100807" y="1124744"/>
          <a:ext cx="8863547" cy="11521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4 CuadroTexto">
            <a:hlinkClick r:id="rId7" action="ppaction://hlinksldjump"/>
          </p:cNvPr>
          <p:cNvSpPr txBox="1"/>
          <p:nvPr/>
        </p:nvSpPr>
        <p:spPr>
          <a:xfrm>
            <a:off x="167098" y="2865468"/>
            <a:ext cx="3285697" cy="707886"/>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s-ES_tradnl" sz="2000" b="1" dirty="0"/>
              <a:t>Fuentes de financiación PROPIAS</a:t>
            </a:r>
            <a:endParaRPr lang="es-ES" sz="2000" b="1" dirty="0"/>
          </a:p>
        </p:txBody>
      </p:sp>
      <p:sp>
        <p:nvSpPr>
          <p:cNvPr id="11" name="10 CuadroTexto">
            <a:hlinkClick r:id="rId8" action="ppaction://hlinksldjump"/>
          </p:cNvPr>
          <p:cNvSpPr txBox="1"/>
          <p:nvPr/>
        </p:nvSpPr>
        <p:spPr>
          <a:xfrm>
            <a:off x="5215986" y="4603951"/>
            <a:ext cx="3630794" cy="707886"/>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s-ES_tradnl" sz="2000" b="1" dirty="0"/>
              <a:t>Fuentes de financiación   AJENAS</a:t>
            </a:r>
            <a:endParaRPr lang="es-ES" sz="2000" b="1" dirty="0"/>
          </a:p>
        </p:txBody>
      </p:sp>
      <p:sp>
        <p:nvSpPr>
          <p:cNvPr id="7" name="6 Flecha a la derecha con muesca"/>
          <p:cNvSpPr/>
          <p:nvPr/>
        </p:nvSpPr>
        <p:spPr>
          <a:xfrm>
            <a:off x="3614916" y="2930763"/>
            <a:ext cx="643651" cy="577295"/>
          </a:xfrm>
          <a:prstGeom prst="notched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ES" dirty="0"/>
          </a:p>
        </p:txBody>
      </p:sp>
      <p:sp>
        <p:nvSpPr>
          <p:cNvPr id="14" name="13 Flecha a la derecha con muesca"/>
          <p:cNvSpPr/>
          <p:nvPr/>
        </p:nvSpPr>
        <p:spPr>
          <a:xfrm rot="10800000">
            <a:off x="4440788" y="4669246"/>
            <a:ext cx="643651" cy="577295"/>
          </a:xfrm>
          <a:prstGeom prst="notched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ES" dirty="0"/>
          </a:p>
        </p:txBody>
      </p:sp>
      <p:sp>
        <p:nvSpPr>
          <p:cNvPr id="8" name="7 CuadroTexto"/>
          <p:cNvSpPr txBox="1"/>
          <p:nvPr/>
        </p:nvSpPr>
        <p:spPr>
          <a:xfrm>
            <a:off x="4440788" y="2477795"/>
            <a:ext cx="4523566" cy="1477328"/>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s-ES_tradnl" dirty="0"/>
              <a:t>Proceden de:</a:t>
            </a:r>
          </a:p>
          <a:p>
            <a:pPr marL="285750" indent="-285750">
              <a:buFontTx/>
              <a:buChar char="-"/>
            </a:pPr>
            <a:r>
              <a:rPr lang="es-ES_tradnl" dirty="0"/>
              <a:t>Aportaciones de los socios</a:t>
            </a:r>
          </a:p>
          <a:p>
            <a:pPr marL="285750" indent="-285750">
              <a:buFontTx/>
              <a:buChar char="-"/>
            </a:pPr>
            <a:r>
              <a:rPr lang="es-ES_tradnl" dirty="0"/>
              <a:t>Aportaciones de inversores</a:t>
            </a:r>
          </a:p>
          <a:p>
            <a:pPr marL="285750" indent="-285750">
              <a:buFontTx/>
              <a:buChar char="-"/>
            </a:pPr>
            <a:r>
              <a:rPr lang="es-ES_tradnl" dirty="0"/>
              <a:t>De la propia actividad </a:t>
            </a:r>
            <a:r>
              <a:rPr lang="es-ES_tradnl" dirty="0">
                <a:sym typeface="Wingdings" panose="05000000000000000000" pitchFamily="2" charset="2"/>
              </a:rPr>
              <a:t> Beneficios</a:t>
            </a:r>
          </a:p>
          <a:p>
            <a:pPr algn="ctr"/>
            <a:r>
              <a:rPr lang="es-ES_tradnl" b="1" dirty="0">
                <a:sym typeface="Wingdings" panose="05000000000000000000" pitchFamily="2" charset="2"/>
              </a:rPr>
              <a:t>No se deben devolver</a:t>
            </a:r>
            <a:endParaRPr lang="es-ES" b="1" dirty="0"/>
          </a:p>
        </p:txBody>
      </p:sp>
      <p:sp>
        <p:nvSpPr>
          <p:cNvPr id="16" name="15 CuadroTexto"/>
          <p:cNvSpPr txBox="1"/>
          <p:nvPr/>
        </p:nvSpPr>
        <p:spPr>
          <a:xfrm>
            <a:off x="206267" y="4515643"/>
            <a:ext cx="4120299" cy="92333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s-ES_tradnl" dirty="0"/>
              <a:t>Proceden de:</a:t>
            </a:r>
          </a:p>
          <a:p>
            <a:pPr marL="285750" indent="-285750">
              <a:buFontTx/>
              <a:buChar char="-"/>
            </a:pPr>
            <a:r>
              <a:rPr lang="es-ES_tradnl" dirty="0"/>
              <a:t>Bancos, otras empresas, particulares,…</a:t>
            </a:r>
          </a:p>
          <a:p>
            <a:pPr algn="ctr"/>
            <a:r>
              <a:rPr lang="es-ES_tradnl" b="1" dirty="0"/>
              <a:t>Hay que devolver </a:t>
            </a:r>
            <a:endParaRPr lang="es-ES" b="1" dirty="0"/>
          </a:p>
        </p:txBody>
      </p:sp>
      <p:pic>
        <p:nvPicPr>
          <p:cNvPr id="18" name="17 Imagen"/>
          <p:cNvPicPr>
            <a:picLocks noChangeAspect="1"/>
          </p:cNvPicPr>
          <p:nvPr/>
        </p:nvPicPr>
        <p:blipFill>
          <a:blip r:embed="rId9"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282210" y="3421025"/>
            <a:ext cx="387739" cy="487202"/>
          </a:xfrm>
          <a:prstGeom prst="rect">
            <a:avLst/>
          </a:prstGeom>
        </p:spPr>
      </p:pic>
      <p:pic>
        <p:nvPicPr>
          <p:cNvPr id="19" name="18 Imagen"/>
          <p:cNvPicPr>
            <a:picLocks noChangeAspect="1"/>
          </p:cNvPicPr>
          <p:nvPr/>
        </p:nvPicPr>
        <p:blipFill>
          <a:blip r:embed="rId9"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5296007" y="5177568"/>
            <a:ext cx="387739" cy="487202"/>
          </a:xfrm>
          <a:prstGeom prst="rect">
            <a:avLst/>
          </a:prstGeom>
        </p:spPr>
      </p:pic>
      <p:sp>
        <p:nvSpPr>
          <p:cNvPr id="4" name="9 Flecha izquierda">
            <a:hlinkClick r:id="" action="ppaction://hlinkshowjump?jump=previousslide"/>
            <a:extLst>
              <a:ext uri="{FF2B5EF4-FFF2-40B4-BE49-F238E27FC236}">
                <a16:creationId xmlns:a16="http://schemas.microsoft.com/office/drawing/2014/main" id="{891C7D45-109C-59A3-1B0F-2A44B82E4596}"/>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6" name="10 Flecha derecha">
            <a:hlinkClick r:id="" action="ppaction://hlinkshowjump?jump=nextslide"/>
            <a:extLst>
              <a:ext uri="{FF2B5EF4-FFF2-40B4-BE49-F238E27FC236}">
                <a16:creationId xmlns:a16="http://schemas.microsoft.com/office/drawing/2014/main" id="{A7C526C8-D06D-B7E9-9589-EFD8159AFBEC}"/>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9" name="5 CuadroTexto">
            <a:hlinkClick r:id="rId10" action="ppaction://hlinksldjump"/>
            <a:extLst>
              <a:ext uri="{FF2B5EF4-FFF2-40B4-BE49-F238E27FC236}">
                <a16:creationId xmlns:a16="http://schemas.microsoft.com/office/drawing/2014/main" id="{B3CCCCAD-A011-5B59-46B7-AD53397570C0}"/>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10" name="6 Imagen">
            <a:extLst>
              <a:ext uri="{FF2B5EF4-FFF2-40B4-BE49-F238E27FC236}">
                <a16:creationId xmlns:a16="http://schemas.microsoft.com/office/drawing/2014/main" id="{E245B11C-17E2-94C2-EFCC-388CBC80E505}"/>
              </a:ext>
            </a:extLst>
          </p:cNvPr>
          <p:cNvPicPr>
            <a:picLocks noChangeAspect="1"/>
          </p:cNvPicPr>
          <p:nvPr/>
        </p:nvPicPr>
        <p:blipFill>
          <a:blip r:embed="rId9"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12" name="1 Título">
            <a:extLst>
              <a:ext uri="{FF2B5EF4-FFF2-40B4-BE49-F238E27FC236}">
                <a16:creationId xmlns:a16="http://schemas.microsoft.com/office/drawing/2014/main" id="{A0B7532A-E330-5631-D947-B312C77FFD74}"/>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2529027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17 Diagrama"/>
          <p:cNvGraphicFramePr/>
          <p:nvPr>
            <p:extLst>
              <p:ext uri="{D42A27DB-BD31-4B8C-83A1-F6EECF244321}">
                <p14:modId xmlns:p14="http://schemas.microsoft.com/office/powerpoint/2010/main" val="2307634040"/>
              </p:ext>
            </p:extLst>
          </p:nvPr>
        </p:nvGraphicFramePr>
        <p:xfrm>
          <a:off x="176721" y="1556792"/>
          <a:ext cx="8807704" cy="3384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9 Flecha izquierda">
            <a:hlinkClick r:id="" action="ppaction://hlinkshowjump?jump=previousslide"/>
            <a:extLst>
              <a:ext uri="{FF2B5EF4-FFF2-40B4-BE49-F238E27FC236}">
                <a16:creationId xmlns:a16="http://schemas.microsoft.com/office/drawing/2014/main" id="{6B31572A-92B0-E93A-08FB-4EF12C01A255}"/>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3" name="10 Flecha derecha">
            <a:hlinkClick r:id="" action="ppaction://hlinkshowjump?jump=nextslide"/>
            <a:extLst>
              <a:ext uri="{FF2B5EF4-FFF2-40B4-BE49-F238E27FC236}">
                <a16:creationId xmlns:a16="http://schemas.microsoft.com/office/drawing/2014/main" id="{396490B3-C516-A0B6-6F43-0A68669EF028}"/>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4" name="5 CuadroTexto">
            <a:hlinkClick r:id="rId7" action="ppaction://hlinksldjump"/>
            <a:extLst>
              <a:ext uri="{FF2B5EF4-FFF2-40B4-BE49-F238E27FC236}">
                <a16:creationId xmlns:a16="http://schemas.microsoft.com/office/drawing/2014/main" id="{C306BB25-19FD-B9B6-6158-C86947EABF02}"/>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5" name="6 Imagen">
            <a:extLst>
              <a:ext uri="{FF2B5EF4-FFF2-40B4-BE49-F238E27FC236}">
                <a16:creationId xmlns:a16="http://schemas.microsoft.com/office/drawing/2014/main" id="{0182545E-8B6D-EBB2-6612-2C617B85CF89}"/>
              </a:ext>
            </a:extLst>
          </p:cNvPr>
          <p:cNvPicPr>
            <a:picLocks noChangeAspect="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6" name="1 Título">
            <a:extLst>
              <a:ext uri="{FF2B5EF4-FFF2-40B4-BE49-F238E27FC236}">
                <a16:creationId xmlns:a16="http://schemas.microsoft.com/office/drawing/2014/main" id="{A45B9E58-B7C3-3A98-4D4D-C33B4EDC0D46}"/>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955755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10 Diagrama"/>
          <p:cNvGraphicFramePr/>
          <p:nvPr>
            <p:extLst>
              <p:ext uri="{D42A27DB-BD31-4B8C-83A1-F6EECF244321}">
                <p14:modId xmlns:p14="http://schemas.microsoft.com/office/powerpoint/2010/main" val="3075511315"/>
              </p:ext>
            </p:extLst>
          </p:nvPr>
        </p:nvGraphicFramePr>
        <p:xfrm>
          <a:off x="323528" y="1124744"/>
          <a:ext cx="8636419" cy="4680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9 Flecha izquierda">
            <a:hlinkClick r:id="" action="ppaction://hlinkshowjump?jump=previousslide"/>
            <a:extLst>
              <a:ext uri="{FF2B5EF4-FFF2-40B4-BE49-F238E27FC236}">
                <a16:creationId xmlns:a16="http://schemas.microsoft.com/office/drawing/2014/main" id="{15E6DC68-D888-033C-B8A2-01C2D8CA176C}"/>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3" name="10 Flecha derecha">
            <a:hlinkClick r:id="" action="ppaction://hlinkshowjump?jump=nextslide"/>
            <a:extLst>
              <a:ext uri="{FF2B5EF4-FFF2-40B4-BE49-F238E27FC236}">
                <a16:creationId xmlns:a16="http://schemas.microsoft.com/office/drawing/2014/main" id="{8093AF30-502F-F8F4-EE14-3F49790FF8C0}"/>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4" name="5 CuadroTexto">
            <a:hlinkClick r:id="rId7" action="ppaction://hlinksldjump"/>
            <a:extLst>
              <a:ext uri="{FF2B5EF4-FFF2-40B4-BE49-F238E27FC236}">
                <a16:creationId xmlns:a16="http://schemas.microsoft.com/office/drawing/2014/main" id="{E654BB12-BB0D-8CD5-B169-D7596104A8A6}"/>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5" name="6 Imagen">
            <a:extLst>
              <a:ext uri="{FF2B5EF4-FFF2-40B4-BE49-F238E27FC236}">
                <a16:creationId xmlns:a16="http://schemas.microsoft.com/office/drawing/2014/main" id="{11A71DDC-FE66-D960-FDC7-07AD8E65134F}"/>
              </a:ext>
            </a:extLst>
          </p:cNvPr>
          <p:cNvPicPr>
            <a:picLocks noChangeAspect="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6" name="1 Título">
            <a:extLst>
              <a:ext uri="{FF2B5EF4-FFF2-40B4-BE49-F238E27FC236}">
                <a16:creationId xmlns:a16="http://schemas.microsoft.com/office/drawing/2014/main" id="{1B0312DC-FE0C-3834-F717-083CFDBEB8E0}"/>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3215157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Proceso alternativo"/>
          <p:cNvSpPr/>
          <p:nvPr/>
        </p:nvSpPr>
        <p:spPr>
          <a:xfrm>
            <a:off x="193841" y="1788329"/>
            <a:ext cx="1713863" cy="382160"/>
          </a:xfrm>
          <a:prstGeom prst="flowChartAlternateProcess">
            <a:avLst/>
          </a:prstGeom>
          <a:solidFill>
            <a:srgbClr val="92D050"/>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b="1" dirty="0"/>
              <a:t>Externas</a:t>
            </a:r>
            <a:endParaRPr lang="es-ES" b="1" dirty="0"/>
          </a:p>
        </p:txBody>
      </p:sp>
      <p:sp>
        <p:nvSpPr>
          <p:cNvPr id="28" name="27 Proceso alternativo">
            <a:hlinkClick r:id="rId3" action="ppaction://hlinksldjump"/>
          </p:cNvPr>
          <p:cNvSpPr/>
          <p:nvPr/>
        </p:nvSpPr>
        <p:spPr>
          <a:xfrm>
            <a:off x="446866" y="4437112"/>
            <a:ext cx="2002182" cy="784830"/>
          </a:xfrm>
          <a:prstGeom prst="flowChartAlternateProcess">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b="1" dirty="0"/>
              <a:t>Aportaciones de los socios</a:t>
            </a:r>
            <a:endParaRPr lang="es-ES" b="1" dirty="0"/>
          </a:p>
        </p:txBody>
      </p:sp>
      <p:sp>
        <p:nvSpPr>
          <p:cNvPr id="29" name="28 Proceso alternativo"/>
          <p:cNvSpPr/>
          <p:nvPr/>
        </p:nvSpPr>
        <p:spPr>
          <a:xfrm>
            <a:off x="193217" y="2602599"/>
            <a:ext cx="1714487" cy="408932"/>
          </a:xfrm>
          <a:prstGeom prst="flowChartAlternateProcess">
            <a:avLst/>
          </a:prstGeom>
          <a:solidFill>
            <a:srgbClr val="92D050"/>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b="1" dirty="0"/>
              <a:t>Inversores</a:t>
            </a:r>
            <a:endParaRPr lang="es-ES" b="1" dirty="0"/>
          </a:p>
        </p:txBody>
      </p:sp>
      <p:sp>
        <p:nvSpPr>
          <p:cNvPr id="30" name="29 Proceso alternativo"/>
          <p:cNvSpPr/>
          <p:nvPr/>
        </p:nvSpPr>
        <p:spPr>
          <a:xfrm>
            <a:off x="3585027" y="1042861"/>
            <a:ext cx="2448765" cy="415213"/>
          </a:xfrm>
          <a:prstGeom prst="flowChartAlternateProcess">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b="1" dirty="0">
                <a:solidFill>
                  <a:schemeClr val="bg1"/>
                </a:solidFill>
              </a:rPr>
              <a:t>Recursos Propios</a:t>
            </a:r>
            <a:endParaRPr lang="es-ES" b="1" dirty="0">
              <a:solidFill>
                <a:schemeClr val="bg1"/>
              </a:solidFill>
            </a:endParaRPr>
          </a:p>
        </p:txBody>
      </p:sp>
      <p:sp>
        <p:nvSpPr>
          <p:cNvPr id="36" name="35 Rectángulo"/>
          <p:cNvSpPr/>
          <p:nvPr/>
        </p:nvSpPr>
        <p:spPr>
          <a:xfrm>
            <a:off x="2636181" y="1810131"/>
            <a:ext cx="5762264"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son propiedad de la empresa Aportadas por socios o inversores </a:t>
            </a:r>
            <a:endParaRPr lang="es-ES" sz="1600" dirty="0"/>
          </a:p>
        </p:txBody>
      </p:sp>
      <p:sp>
        <p:nvSpPr>
          <p:cNvPr id="37" name="36 Flecha derecha"/>
          <p:cNvSpPr/>
          <p:nvPr/>
        </p:nvSpPr>
        <p:spPr>
          <a:xfrm>
            <a:off x="2067836" y="1886428"/>
            <a:ext cx="495961" cy="185961"/>
          </a:xfrm>
          <a:prstGeom prst="right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42" name="41 Flecha derecha"/>
          <p:cNvSpPr/>
          <p:nvPr/>
        </p:nvSpPr>
        <p:spPr>
          <a:xfrm>
            <a:off x="2067835" y="2714084"/>
            <a:ext cx="495961" cy="185961"/>
          </a:xfrm>
          <a:prstGeom prst="right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47" name="46 Rectángulo"/>
          <p:cNvSpPr/>
          <p:nvPr/>
        </p:nvSpPr>
        <p:spPr>
          <a:xfrm>
            <a:off x="2642606" y="2664623"/>
            <a:ext cx="5961842"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Aportados por socios o inversores  Ahora propiedad de la empresa</a:t>
            </a:r>
            <a:endParaRPr lang="es-ES" sz="1600" dirty="0"/>
          </a:p>
        </p:txBody>
      </p:sp>
      <p:sp>
        <p:nvSpPr>
          <p:cNvPr id="25" name="24 Proceso alternativo">
            <a:hlinkClick r:id="rId4" action="ppaction://hlinksldjump"/>
          </p:cNvPr>
          <p:cNvSpPr/>
          <p:nvPr/>
        </p:nvSpPr>
        <p:spPr>
          <a:xfrm>
            <a:off x="3101859" y="4427997"/>
            <a:ext cx="2021452" cy="793945"/>
          </a:xfrm>
          <a:prstGeom prst="flowChartAlternateProcess">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b="1" dirty="0"/>
              <a:t>Inversores</a:t>
            </a:r>
            <a:endParaRPr lang="es-ES" b="1" dirty="0"/>
          </a:p>
        </p:txBody>
      </p:sp>
      <p:sp>
        <p:nvSpPr>
          <p:cNvPr id="34" name="33 Proceso alternativo"/>
          <p:cNvSpPr/>
          <p:nvPr/>
        </p:nvSpPr>
        <p:spPr>
          <a:xfrm>
            <a:off x="193841" y="3513170"/>
            <a:ext cx="2951000" cy="400578"/>
          </a:xfrm>
          <a:prstGeom prst="flowChartAlternateProcess">
            <a:avLst/>
          </a:prstGeom>
          <a:solidFill>
            <a:srgbClr val="92D050"/>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b="1" dirty="0"/>
              <a:t>Internas o autofinanciación</a:t>
            </a:r>
            <a:endParaRPr lang="es-ES" b="1" dirty="0"/>
          </a:p>
        </p:txBody>
      </p:sp>
      <p:sp>
        <p:nvSpPr>
          <p:cNvPr id="35" name="34 Flecha derecha"/>
          <p:cNvSpPr/>
          <p:nvPr/>
        </p:nvSpPr>
        <p:spPr>
          <a:xfrm>
            <a:off x="3236392" y="3620478"/>
            <a:ext cx="495961" cy="185961"/>
          </a:xfrm>
          <a:prstGeom prst="rightArrow">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sp>
        <p:nvSpPr>
          <p:cNvPr id="38" name="37 Rectángulo"/>
          <p:cNvSpPr/>
          <p:nvPr/>
        </p:nvSpPr>
        <p:spPr>
          <a:xfrm>
            <a:off x="3824345" y="3516789"/>
            <a:ext cx="4449050" cy="338554"/>
          </a:xfrm>
          <a:prstGeom prst="rect">
            <a:avLst/>
          </a:prstGeom>
          <a:ln>
            <a:solidFill>
              <a:srgbClr val="92D050"/>
            </a:solidFill>
          </a:ln>
        </p:spPr>
        <p:txBody>
          <a:bodyPr wrap="square">
            <a:spAutoFit/>
          </a:bodyPr>
          <a:lstStyle/>
          <a:p>
            <a:r>
              <a:rPr lang="es-ES_tradnl" sz="1600" dirty="0">
                <a:solidFill>
                  <a:prstClr val="black"/>
                </a:solidFill>
                <a:sym typeface="Wingdings" pitchFamily="2" charset="2"/>
              </a:rPr>
              <a:t>Consigue la empresa a través de su propia actividad</a:t>
            </a:r>
            <a:endParaRPr lang="es-ES" sz="1600" dirty="0"/>
          </a:p>
        </p:txBody>
      </p:sp>
      <p:sp>
        <p:nvSpPr>
          <p:cNvPr id="39" name="38 Proceso alternativo">
            <a:hlinkClick r:id="rId5" action="ppaction://hlinksldjump"/>
          </p:cNvPr>
          <p:cNvSpPr/>
          <p:nvPr/>
        </p:nvSpPr>
        <p:spPr>
          <a:xfrm>
            <a:off x="5724128" y="4379527"/>
            <a:ext cx="2021452" cy="793945"/>
          </a:xfrm>
          <a:prstGeom prst="flowChartAlternateProcess">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b="1" dirty="0"/>
              <a:t>Autofinanciación</a:t>
            </a:r>
            <a:endParaRPr lang="es-ES" b="1" dirty="0"/>
          </a:p>
        </p:txBody>
      </p:sp>
      <p:pic>
        <p:nvPicPr>
          <p:cNvPr id="40" name="39 Imagen"/>
          <p:cNvPicPr>
            <a:picLocks noChangeAspect="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282210" y="5076865"/>
            <a:ext cx="387739" cy="487202"/>
          </a:xfrm>
          <a:prstGeom prst="rect">
            <a:avLst/>
          </a:prstGeom>
        </p:spPr>
      </p:pic>
      <p:pic>
        <p:nvPicPr>
          <p:cNvPr id="41" name="40 Imagen"/>
          <p:cNvPicPr>
            <a:picLocks noChangeAspect="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2871325" y="5076864"/>
            <a:ext cx="387739" cy="487202"/>
          </a:xfrm>
          <a:prstGeom prst="rect">
            <a:avLst/>
          </a:prstGeom>
        </p:spPr>
      </p:pic>
      <p:pic>
        <p:nvPicPr>
          <p:cNvPr id="43" name="42 Imagen"/>
          <p:cNvPicPr>
            <a:picLocks noChangeAspect="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5546019" y="5030120"/>
            <a:ext cx="387739" cy="487202"/>
          </a:xfrm>
          <a:prstGeom prst="rect">
            <a:avLst/>
          </a:prstGeom>
        </p:spPr>
      </p:pic>
      <p:sp>
        <p:nvSpPr>
          <p:cNvPr id="2" name="9 Flecha izquierda">
            <a:hlinkClick r:id="" action="ppaction://hlinkshowjump?jump=previousslide"/>
            <a:extLst>
              <a:ext uri="{FF2B5EF4-FFF2-40B4-BE49-F238E27FC236}">
                <a16:creationId xmlns:a16="http://schemas.microsoft.com/office/drawing/2014/main" id="{0A9A492D-5314-D3B6-D95D-CD1D18550D0C}"/>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3" name="10 Flecha derecha">
            <a:hlinkClick r:id="" action="ppaction://hlinkshowjump?jump=nextslide"/>
            <a:extLst>
              <a:ext uri="{FF2B5EF4-FFF2-40B4-BE49-F238E27FC236}">
                <a16:creationId xmlns:a16="http://schemas.microsoft.com/office/drawing/2014/main" id="{7E0B735B-B3F5-B67F-47F1-D7ABD0D94206}"/>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4" name="5 CuadroTexto">
            <a:hlinkClick r:id="rId7" action="ppaction://hlinksldjump"/>
            <a:extLst>
              <a:ext uri="{FF2B5EF4-FFF2-40B4-BE49-F238E27FC236}">
                <a16:creationId xmlns:a16="http://schemas.microsoft.com/office/drawing/2014/main" id="{9B92BCD2-FB01-BE56-040E-21816DC1F491}"/>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5" name="6 Imagen">
            <a:extLst>
              <a:ext uri="{FF2B5EF4-FFF2-40B4-BE49-F238E27FC236}">
                <a16:creationId xmlns:a16="http://schemas.microsoft.com/office/drawing/2014/main" id="{65072FA7-8141-7418-BBA8-248FE17FD44E}"/>
              </a:ext>
            </a:extLst>
          </p:cNvPr>
          <p:cNvPicPr>
            <a:picLocks noChangeAspect="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6" name="1 Título">
            <a:extLst>
              <a:ext uri="{FF2B5EF4-FFF2-40B4-BE49-F238E27FC236}">
                <a16:creationId xmlns:a16="http://schemas.microsoft.com/office/drawing/2014/main" id="{E63AC769-13BA-6A3A-5D81-4E895C78344D}"/>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2758975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25 Proceso alternativo">
            <a:hlinkClick r:id="rId2" action="ppaction://hlinksldjump"/>
          </p:cNvPr>
          <p:cNvSpPr/>
          <p:nvPr/>
        </p:nvSpPr>
        <p:spPr>
          <a:xfrm>
            <a:off x="2447939" y="1412776"/>
            <a:ext cx="3964329" cy="504056"/>
          </a:xfrm>
          <a:prstGeom prst="flowChartAlternateProcess">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b="1" dirty="0"/>
              <a:t>Aportaciones de los socios</a:t>
            </a:r>
            <a:endParaRPr lang="es-ES" b="1" dirty="0"/>
          </a:p>
        </p:txBody>
      </p:sp>
      <p:sp>
        <p:nvSpPr>
          <p:cNvPr id="2" name="1 CuadroTexto"/>
          <p:cNvSpPr txBox="1"/>
          <p:nvPr/>
        </p:nvSpPr>
        <p:spPr>
          <a:xfrm>
            <a:off x="433660" y="2708920"/>
            <a:ext cx="7992888"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ES_tradnl" dirty="0"/>
              <a:t>Al crear la empresa </a:t>
            </a:r>
            <a:r>
              <a:rPr lang="es-ES_tradnl" dirty="0">
                <a:sym typeface="Wingdings" panose="05000000000000000000" pitchFamily="2" charset="2"/>
              </a:rPr>
              <a:t> los socios aportan un </a:t>
            </a:r>
            <a:r>
              <a:rPr lang="es-ES_tradnl" b="1" dirty="0">
                <a:effectLst>
                  <a:outerShdw blurRad="38100" dist="38100" dir="2700000" algn="tl">
                    <a:srgbClr val="000000">
                      <a:alpha val="43137"/>
                    </a:srgbClr>
                  </a:outerShdw>
                </a:effectLst>
                <a:sym typeface="Wingdings" panose="05000000000000000000" pitchFamily="2" charset="2"/>
              </a:rPr>
              <a:t>capital inicial </a:t>
            </a:r>
            <a:r>
              <a:rPr lang="es-ES_tradnl" dirty="0">
                <a:sym typeface="Wingdings" panose="05000000000000000000" pitchFamily="2" charset="2"/>
              </a:rPr>
              <a:t> en dinero o bienes</a:t>
            </a:r>
            <a:endParaRPr lang="es-ES" dirty="0"/>
          </a:p>
        </p:txBody>
      </p:sp>
      <p:sp>
        <p:nvSpPr>
          <p:cNvPr id="33" name="32 CuadroTexto"/>
          <p:cNvSpPr txBox="1"/>
          <p:nvPr/>
        </p:nvSpPr>
        <p:spPr>
          <a:xfrm>
            <a:off x="721691" y="3752783"/>
            <a:ext cx="7416824"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ES_tradnl" b="1" dirty="0">
                <a:effectLst>
                  <a:outerShdw blurRad="38100" dist="38100" dir="2700000" algn="tl">
                    <a:srgbClr val="000000">
                      <a:alpha val="43137"/>
                    </a:srgbClr>
                  </a:outerShdw>
                </a:effectLst>
              </a:rPr>
              <a:t>Capital </a:t>
            </a:r>
            <a:r>
              <a:rPr lang="es-ES_tradnl" dirty="0">
                <a:sym typeface="Wingdings" panose="05000000000000000000" pitchFamily="2" charset="2"/>
              </a:rPr>
              <a:t> puede sufrir variaciones (ampliación de capital o nuevos socios)</a:t>
            </a:r>
            <a:endParaRPr lang="es-ES" dirty="0"/>
          </a:p>
        </p:txBody>
      </p:sp>
      <p:sp>
        <p:nvSpPr>
          <p:cNvPr id="3" name="9 Flecha izquierda">
            <a:hlinkClick r:id="" action="ppaction://hlinkshowjump?jump=previousslide"/>
            <a:extLst>
              <a:ext uri="{FF2B5EF4-FFF2-40B4-BE49-F238E27FC236}">
                <a16:creationId xmlns:a16="http://schemas.microsoft.com/office/drawing/2014/main" id="{81538D7F-C037-6CAD-BB76-42820D343B6D}"/>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4" name="10 Flecha derecha">
            <a:hlinkClick r:id="" action="ppaction://hlinkshowjump?jump=nextslide"/>
            <a:extLst>
              <a:ext uri="{FF2B5EF4-FFF2-40B4-BE49-F238E27FC236}">
                <a16:creationId xmlns:a16="http://schemas.microsoft.com/office/drawing/2014/main" id="{39AB2183-6CE0-6686-C7C9-8FB6EE73045C}"/>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5" name="5 CuadroTexto">
            <a:hlinkClick r:id="rId3" action="ppaction://hlinksldjump"/>
            <a:extLst>
              <a:ext uri="{FF2B5EF4-FFF2-40B4-BE49-F238E27FC236}">
                <a16:creationId xmlns:a16="http://schemas.microsoft.com/office/drawing/2014/main" id="{5B853DF7-3920-D2E6-02EC-29508D9B0B50}"/>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6" name="6 Imagen">
            <a:extLst>
              <a:ext uri="{FF2B5EF4-FFF2-40B4-BE49-F238E27FC236}">
                <a16:creationId xmlns:a16="http://schemas.microsoft.com/office/drawing/2014/main" id="{115D4791-4F3E-277B-AB2C-CF86A3E0F27A}"/>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7" name="1 Título">
            <a:extLst>
              <a:ext uri="{FF2B5EF4-FFF2-40B4-BE49-F238E27FC236}">
                <a16:creationId xmlns:a16="http://schemas.microsoft.com/office/drawing/2014/main" id="{B24536F1-3514-E660-DFCC-9FEB827B9D43}"/>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3075749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12 Proceso alternativo">
            <a:hlinkClick r:id="rId2" action="ppaction://hlinksldjump"/>
          </p:cNvPr>
          <p:cNvSpPr/>
          <p:nvPr/>
        </p:nvSpPr>
        <p:spPr>
          <a:xfrm>
            <a:off x="3131840" y="1151120"/>
            <a:ext cx="1913891" cy="328593"/>
          </a:xfrm>
          <a:prstGeom prst="flowChartAlternateProcess">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b="1" dirty="0"/>
              <a:t>Inversores</a:t>
            </a:r>
            <a:endParaRPr lang="es-ES" b="1" dirty="0"/>
          </a:p>
        </p:txBody>
      </p:sp>
      <p:sp>
        <p:nvSpPr>
          <p:cNvPr id="3" name="2 CuadroTexto"/>
          <p:cNvSpPr txBox="1"/>
          <p:nvPr/>
        </p:nvSpPr>
        <p:spPr>
          <a:xfrm>
            <a:off x="93673" y="2186915"/>
            <a:ext cx="1809210"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r>
              <a:rPr lang="es-ES_tradnl" b="1" dirty="0"/>
              <a:t>Business angels</a:t>
            </a:r>
            <a:endParaRPr lang="es-ES" b="1" dirty="0"/>
          </a:p>
        </p:txBody>
      </p:sp>
      <p:sp>
        <p:nvSpPr>
          <p:cNvPr id="4" name="3 CuadroTexto"/>
          <p:cNvSpPr txBox="1"/>
          <p:nvPr/>
        </p:nvSpPr>
        <p:spPr>
          <a:xfrm>
            <a:off x="1974890" y="1877084"/>
            <a:ext cx="7049594"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_tradnl" dirty="0"/>
              <a:t>Inversores individuales que ofrecen capital, conocimientos técnicos y red de contactos a pequeñas empresas en sus primeras fases. </a:t>
            </a:r>
          </a:p>
          <a:p>
            <a:r>
              <a:rPr lang="es-ES_tradnl" dirty="0"/>
              <a:t>Suelen implicarse en el proyecto aportando su experiencia.</a:t>
            </a:r>
          </a:p>
        </p:txBody>
      </p:sp>
      <p:sp>
        <p:nvSpPr>
          <p:cNvPr id="5" name="4 CuadroTexto"/>
          <p:cNvSpPr txBox="1"/>
          <p:nvPr/>
        </p:nvSpPr>
        <p:spPr>
          <a:xfrm>
            <a:off x="317579" y="3166353"/>
            <a:ext cx="8706905" cy="369332"/>
          </a:xfrm>
          <a:prstGeom prst="rect">
            <a:avLst/>
          </a:prstGeom>
          <a:noFill/>
        </p:spPr>
        <p:txBody>
          <a:bodyPr wrap="square" rtlCol="0">
            <a:spAutoFit/>
          </a:bodyPr>
          <a:lstStyle/>
          <a:p>
            <a:r>
              <a:rPr lang="es-ES_tradnl" b="1" i="1" dirty="0"/>
              <a:t>OBJETIVO </a:t>
            </a:r>
            <a:r>
              <a:rPr lang="es-ES_tradnl" dirty="0">
                <a:sym typeface="Wingdings" panose="05000000000000000000" pitchFamily="2" charset="2"/>
              </a:rPr>
              <a:t> obtener una plusvalía o rendimiento a medio plazo al revender su aportación</a:t>
            </a:r>
            <a:endParaRPr lang="es-ES" dirty="0"/>
          </a:p>
        </p:txBody>
      </p:sp>
      <p:sp>
        <p:nvSpPr>
          <p:cNvPr id="24" name="23 CuadroTexto"/>
          <p:cNvSpPr txBox="1"/>
          <p:nvPr/>
        </p:nvSpPr>
        <p:spPr>
          <a:xfrm>
            <a:off x="1425482" y="3933056"/>
            <a:ext cx="6491100" cy="1200329"/>
          </a:xfrm>
          <a:prstGeom prst="rect">
            <a:avLst/>
          </a:prstGeom>
          <a:noFill/>
        </p:spPr>
        <p:txBody>
          <a:bodyPr wrap="square" rtlCol="0">
            <a:spAutoFit/>
          </a:bodyPr>
          <a:lstStyle/>
          <a:p>
            <a:pPr algn="ctr"/>
            <a:r>
              <a:rPr lang="es-ES_tradnl" b="1" i="1" dirty="0">
                <a:sym typeface="Wingdings" panose="05000000000000000000" pitchFamily="2" charset="2"/>
              </a:rPr>
              <a:t>EMPRESAS QUE FINANCIAN </a:t>
            </a:r>
          </a:p>
          <a:p>
            <a:pPr marL="285750" indent="-285750">
              <a:buFontTx/>
              <a:buChar char="-"/>
            </a:pPr>
            <a:r>
              <a:rPr lang="es-ES_tradnl" dirty="0">
                <a:sym typeface="Wingdings" panose="05000000000000000000" pitchFamily="2" charset="2"/>
              </a:rPr>
              <a:t>Emprendedores  Capital semilla</a:t>
            </a:r>
          </a:p>
          <a:p>
            <a:pPr marL="285750" indent="-285750">
              <a:buFontTx/>
              <a:buChar char="-"/>
            </a:pPr>
            <a:r>
              <a:rPr lang="es-ES_tradnl" dirty="0">
                <a:sym typeface="Wingdings" panose="05000000000000000000" pitchFamily="2" charset="2"/>
              </a:rPr>
              <a:t>Empresas al inicio de su actividad (start-up)  Capital de inicio</a:t>
            </a:r>
          </a:p>
          <a:p>
            <a:pPr marL="285750" indent="-285750">
              <a:buFontTx/>
              <a:buChar char="-"/>
            </a:pPr>
            <a:r>
              <a:rPr lang="es-ES_tradnl" dirty="0">
                <a:sym typeface="Wingdings" panose="05000000000000000000" pitchFamily="2" charset="2"/>
              </a:rPr>
              <a:t>Empresas en fase de crecimiento  Expansión de capital</a:t>
            </a:r>
            <a:endParaRPr lang="es-ES" dirty="0"/>
          </a:p>
        </p:txBody>
      </p:sp>
      <p:sp>
        <p:nvSpPr>
          <p:cNvPr id="2" name="9 Flecha izquierda">
            <a:hlinkClick r:id="" action="ppaction://hlinkshowjump?jump=previousslide"/>
            <a:extLst>
              <a:ext uri="{FF2B5EF4-FFF2-40B4-BE49-F238E27FC236}">
                <a16:creationId xmlns:a16="http://schemas.microsoft.com/office/drawing/2014/main" id="{522AB1B3-BCFC-DD13-1707-21FD36009115}"/>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6" name="10 Flecha derecha">
            <a:hlinkClick r:id="" action="ppaction://hlinkshowjump?jump=nextslide"/>
            <a:extLst>
              <a:ext uri="{FF2B5EF4-FFF2-40B4-BE49-F238E27FC236}">
                <a16:creationId xmlns:a16="http://schemas.microsoft.com/office/drawing/2014/main" id="{29079EF6-D971-FC8E-C192-F6643CAB8FD7}"/>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7" name="5 CuadroTexto">
            <a:hlinkClick r:id="rId3" action="ppaction://hlinksldjump"/>
            <a:extLst>
              <a:ext uri="{FF2B5EF4-FFF2-40B4-BE49-F238E27FC236}">
                <a16:creationId xmlns:a16="http://schemas.microsoft.com/office/drawing/2014/main" id="{0FE88675-B13A-924E-D8E8-13A1DE4E8631}"/>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8" name="6 Imagen">
            <a:extLst>
              <a:ext uri="{FF2B5EF4-FFF2-40B4-BE49-F238E27FC236}">
                <a16:creationId xmlns:a16="http://schemas.microsoft.com/office/drawing/2014/main" id="{9B836518-6FDF-07C0-2C31-798AA92AD09D}"/>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9" name="1 Título">
            <a:extLst>
              <a:ext uri="{FF2B5EF4-FFF2-40B4-BE49-F238E27FC236}">
                <a16:creationId xmlns:a16="http://schemas.microsoft.com/office/drawing/2014/main" id="{832F8280-507C-5FB2-5912-B16D524D8BBC}"/>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1865443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Proceso alternativo">
            <a:hlinkClick r:id="rId2" action="ppaction://hlinksldjump"/>
          </p:cNvPr>
          <p:cNvSpPr/>
          <p:nvPr/>
        </p:nvSpPr>
        <p:spPr>
          <a:xfrm>
            <a:off x="683568" y="908719"/>
            <a:ext cx="2021452" cy="793945"/>
          </a:xfrm>
          <a:prstGeom prst="flowChartAlternateProcess">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b="1" dirty="0"/>
              <a:t>Autofinanciación</a:t>
            </a:r>
            <a:endParaRPr lang="es-ES" b="1" dirty="0"/>
          </a:p>
        </p:txBody>
      </p:sp>
      <p:sp>
        <p:nvSpPr>
          <p:cNvPr id="10" name="9 CuadroTexto"/>
          <p:cNvSpPr txBox="1"/>
          <p:nvPr/>
        </p:nvSpPr>
        <p:spPr>
          <a:xfrm>
            <a:off x="3703399" y="2117475"/>
            <a:ext cx="1809210"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r>
              <a:rPr lang="es-ES_tradnl" b="1" dirty="0"/>
              <a:t>Reservas</a:t>
            </a:r>
            <a:endParaRPr lang="es-ES" b="1" dirty="0"/>
          </a:p>
        </p:txBody>
      </p:sp>
      <p:sp>
        <p:nvSpPr>
          <p:cNvPr id="16" name="15 CuadroTexto"/>
          <p:cNvSpPr txBox="1"/>
          <p:nvPr/>
        </p:nvSpPr>
        <p:spPr>
          <a:xfrm>
            <a:off x="323528" y="2708920"/>
            <a:ext cx="8568952"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_tradnl" dirty="0"/>
              <a:t>Parte de los </a:t>
            </a:r>
            <a:r>
              <a:rPr lang="es-ES_tradnl" b="1" dirty="0"/>
              <a:t>beneficios</a:t>
            </a:r>
            <a:r>
              <a:rPr lang="es-ES_tradnl" dirty="0"/>
              <a:t> que la empresa deja </a:t>
            </a:r>
            <a:r>
              <a:rPr lang="es-ES_tradnl" b="1" dirty="0"/>
              <a:t>sin repartir </a:t>
            </a:r>
            <a:r>
              <a:rPr lang="es-ES_tradnl" dirty="0"/>
              <a:t>a los socios y se mantiene en la empresa</a:t>
            </a:r>
            <a:endParaRPr lang="es-ES" dirty="0"/>
          </a:p>
        </p:txBody>
      </p:sp>
      <p:sp>
        <p:nvSpPr>
          <p:cNvPr id="18" name="17 CuadroTexto"/>
          <p:cNvSpPr txBox="1"/>
          <p:nvPr/>
        </p:nvSpPr>
        <p:spPr>
          <a:xfrm>
            <a:off x="3280361" y="3944323"/>
            <a:ext cx="2232248"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r>
              <a:rPr lang="es-ES_tradnl" b="1" dirty="0"/>
              <a:t>Amortizaciones</a:t>
            </a:r>
            <a:endParaRPr lang="es-ES" b="1" dirty="0"/>
          </a:p>
        </p:txBody>
      </p:sp>
      <p:sp>
        <p:nvSpPr>
          <p:cNvPr id="19" name="18 CuadroTexto"/>
          <p:cNvSpPr txBox="1"/>
          <p:nvPr/>
        </p:nvSpPr>
        <p:spPr>
          <a:xfrm>
            <a:off x="323528" y="4723679"/>
            <a:ext cx="8568952"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_tradnl" dirty="0"/>
              <a:t>Es la </a:t>
            </a:r>
            <a:r>
              <a:rPr lang="es-ES_tradnl" b="1" dirty="0"/>
              <a:t>pérdida de valor </a:t>
            </a:r>
            <a:r>
              <a:rPr lang="es-ES_tradnl" dirty="0"/>
              <a:t>de un bien de inversión por uso o por obsolescencia, que se refleja como </a:t>
            </a:r>
            <a:r>
              <a:rPr lang="es-ES_tradnl" b="1" dirty="0"/>
              <a:t>gasto en la empresa.</a:t>
            </a:r>
            <a:endParaRPr lang="es-ES" dirty="0"/>
          </a:p>
        </p:txBody>
      </p:sp>
      <p:sp>
        <p:nvSpPr>
          <p:cNvPr id="20" name="19 CuadroTexto"/>
          <p:cNvSpPr txBox="1"/>
          <p:nvPr/>
        </p:nvSpPr>
        <p:spPr>
          <a:xfrm>
            <a:off x="322401" y="2696857"/>
            <a:ext cx="8568952"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ES_tradnl" dirty="0"/>
              <a:t>Parte de los </a:t>
            </a:r>
            <a:r>
              <a:rPr lang="es-ES_tradnl" b="1" dirty="0"/>
              <a:t>beneficios</a:t>
            </a:r>
            <a:r>
              <a:rPr lang="es-ES_tradnl" dirty="0"/>
              <a:t> que la empresa deja </a:t>
            </a:r>
            <a:r>
              <a:rPr lang="es-ES_tradnl" b="1" dirty="0"/>
              <a:t>sin repartir </a:t>
            </a:r>
            <a:r>
              <a:rPr lang="es-ES_tradnl" dirty="0"/>
              <a:t>a los socios y se mantiene en la empresa</a:t>
            </a:r>
            <a:endParaRPr lang="es-ES" dirty="0"/>
          </a:p>
        </p:txBody>
      </p:sp>
      <p:sp>
        <p:nvSpPr>
          <p:cNvPr id="21" name="20 CuadroTexto"/>
          <p:cNvSpPr txBox="1"/>
          <p:nvPr/>
        </p:nvSpPr>
        <p:spPr>
          <a:xfrm>
            <a:off x="322401" y="4711616"/>
            <a:ext cx="8568952"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ES_tradnl" dirty="0"/>
              <a:t>Es la </a:t>
            </a:r>
            <a:r>
              <a:rPr lang="es-ES_tradnl" b="1" dirty="0"/>
              <a:t>pérdida de valor </a:t>
            </a:r>
            <a:r>
              <a:rPr lang="es-ES_tradnl" dirty="0"/>
              <a:t>de un bien de inversión por uso o por obsolescencia, que se refleja como </a:t>
            </a:r>
            <a:r>
              <a:rPr lang="es-ES_tradnl" b="1" dirty="0"/>
              <a:t>gasto en la empresa.</a:t>
            </a:r>
            <a:endParaRPr lang="es-ES" dirty="0"/>
          </a:p>
        </p:txBody>
      </p:sp>
      <p:sp>
        <p:nvSpPr>
          <p:cNvPr id="2" name="9 Flecha izquierda">
            <a:hlinkClick r:id="" action="ppaction://hlinkshowjump?jump=previousslide"/>
            <a:extLst>
              <a:ext uri="{FF2B5EF4-FFF2-40B4-BE49-F238E27FC236}">
                <a16:creationId xmlns:a16="http://schemas.microsoft.com/office/drawing/2014/main" id="{6FA38D06-739E-FAB0-372F-F1A849750D17}"/>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3" name="10 Flecha derecha">
            <a:hlinkClick r:id="" action="ppaction://hlinkshowjump?jump=nextslide"/>
            <a:extLst>
              <a:ext uri="{FF2B5EF4-FFF2-40B4-BE49-F238E27FC236}">
                <a16:creationId xmlns:a16="http://schemas.microsoft.com/office/drawing/2014/main" id="{34472278-A0CA-6CCB-C632-8FABB0F7F068}"/>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4" name="5 CuadroTexto">
            <a:hlinkClick r:id="rId3" action="ppaction://hlinksldjump"/>
            <a:extLst>
              <a:ext uri="{FF2B5EF4-FFF2-40B4-BE49-F238E27FC236}">
                <a16:creationId xmlns:a16="http://schemas.microsoft.com/office/drawing/2014/main" id="{4DEB8836-6397-F101-79FC-0E07B2C8B5D3}"/>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5" name="6 Imagen">
            <a:extLst>
              <a:ext uri="{FF2B5EF4-FFF2-40B4-BE49-F238E27FC236}">
                <a16:creationId xmlns:a16="http://schemas.microsoft.com/office/drawing/2014/main" id="{C038223E-A1BC-F7B0-9FA2-84ACC76AFFDB}"/>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6" name="1 Título">
            <a:extLst>
              <a:ext uri="{FF2B5EF4-FFF2-40B4-BE49-F238E27FC236}">
                <a16:creationId xmlns:a16="http://schemas.microsoft.com/office/drawing/2014/main" id="{2C1BB8DE-E9D1-6317-C1AE-887040D465F0}"/>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4028986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48255" y="3573016"/>
            <a:ext cx="2767249"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PRÉSTAMO BANCARIO</a:t>
            </a:r>
            <a:endParaRPr lang="es-ES" b="1" dirty="0"/>
          </a:p>
        </p:txBody>
      </p:sp>
      <p:sp>
        <p:nvSpPr>
          <p:cNvPr id="17" name="16 CuadroTexto"/>
          <p:cNvSpPr txBox="1"/>
          <p:nvPr/>
        </p:nvSpPr>
        <p:spPr>
          <a:xfrm>
            <a:off x="3209577" y="3579692"/>
            <a:ext cx="2802584"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CRÉDITO BANCARIO</a:t>
            </a:r>
            <a:endParaRPr lang="es-ES" b="1" dirty="0"/>
          </a:p>
        </p:txBody>
      </p:sp>
      <p:sp>
        <p:nvSpPr>
          <p:cNvPr id="18" name="17 CuadroTexto"/>
          <p:cNvSpPr txBox="1"/>
          <p:nvPr/>
        </p:nvSpPr>
        <p:spPr>
          <a:xfrm>
            <a:off x="6174520" y="3588669"/>
            <a:ext cx="2739966"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LEASING Y RENTING</a:t>
            </a:r>
            <a:endParaRPr lang="es-ES" b="1" dirty="0"/>
          </a:p>
        </p:txBody>
      </p:sp>
      <p:sp>
        <p:nvSpPr>
          <p:cNvPr id="19" name="18 CuadroTexto"/>
          <p:cNvSpPr txBox="1"/>
          <p:nvPr/>
        </p:nvSpPr>
        <p:spPr>
          <a:xfrm>
            <a:off x="148255" y="4107945"/>
            <a:ext cx="2767249"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CRÉDITOS COMERCIALES PROVEEDORES</a:t>
            </a:r>
            <a:endParaRPr lang="es-ES" b="1" dirty="0"/>
          </a:p>
        </p:txBody>
      </p:sp>
      <p:sp>
        <p:nvSpPr>
          <p:cNvPr id="20" name="19 CuadroTexto"/>
          <p:cNvSpPr txBox="1"/>
          <p:nvPr/>
        </p:nvSpPr>
        <p:spPr>
          <a:xfrm>
            <a:off x="3209578" y="4107945"/>
            <a:ext cx="2802584"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DESCUENTO DE LETRAS Y PAGARÉS</a:t>
            </a:r>
            <a:endParaRPr lang="es-ES" b="1" dirty="0"/>
          </a:p>
        </p:txBody>
      </p:sp>
      <p:sp>
        <p:nvSpPr>
          <p:cNvPr id="21" name="20 CuadroTexto"/>
          <p:cNvSpPr txBox="1"/>
          <p:nvPr/>
        </p:nvSpPr>
        <p:spPr>
          <a:xfrm>
            <a:off x="6174521" y="4246444"/>
            <a:ext cx="2739966"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FACTORING</a:t>
            </a:r>
            <a:endParaRPr lang="es-ES" b="1" dirty="0"/>
          </a:p>
        </p:txBody>
      </p:sp>
      <p:sp>
        <p:nvSpPr>
          <p:cNvPr id="4" name="3 CuadroTexto"/>
          <p:cNvSpPr txBox="1"/>
          <p:nvPr/>
        </p:nvSpPr>
        <p:spPr>
          <a:xfrm>
            <a:off x="169102" y="1012086"/>
            <a:ext cx="2088232" cy="369332"/>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es-ES_tradnl" b="1" dirty="0"/>
              <a:t>Financiación ajena</a:t>
            </a:r>
            <a:endParaRPr lang="es-ES" b="1" dirty="0"/>
          </a:p>
        </p:txBody>
      </p:sp>
      <p:sp>
        <p:nvSpPr>
          <p:cNvPr id="5" name="4 CuadroTexto"/>
          <p:cNvSpPr txBox="1"/>
          <p:nvPr/>
        </p:nvSpPr>
        <p:spPr>
          <a:xfrm>
            <a:off x="127543" y="1717959"/>
            <a:ext cx="8611445" cy="923330"/>
          </a:xfrm>
          <a:prstGeom prst="rect">
            <a:avLst/>
          </a:prstGeom>
          <a:noFill/>
        </p:spPr>
        <p:txBody>
          <a:bodyPr wrap="square" rtlCol="0">
            <a:spAutoFit/>
          </a:bodyPr>
          <a:lstStyle/>
          <a:p>
            <a:pPr marL="285750" indent="-285750">
              <a:buFontTx/>
              <a:buChar char="-"/>
            </a:pPr>
            <a:r>
              <a:rPr lang="es-ES_tradnl" dirty="0"/>
              <a:t>Suponen una deuda para la empresa</a:t>
            </a:r>
          </a:p>
          <a:p>
            <a:pPr marL="285750" indent="-285750">
              <a:buFontTx/>
              <a:buChar char="-"/>
            </a:pPr>
            <a:r>
              <a:rPr lang="es-ES_tradnl" dirty="0"/>
              <a:t>Acudir cuando no se dispone de suficientes fondos propios</a:t>
            </a:r>
          </a:p>
          <a:p>
            <a:pPr marL="285750" indent="-285750">
              <a:buFontTx/>
              <a:buChar char="-"/>
            </a:pPr>
            <a:r>
              <a:rPr lang="es-ES_tradnl" dirty="0"/>
              <a:t>Clasificación en largo plazo y en corto plazo </a:t>
            </a:r>
            <a:endParaRPr lang="es-ES" dirty="0"/>
          </a:p>
        </p:txBody>
      </p:sp>
      <p:sp>
        <p:nvSpPr>
          <p:cNvPr id="3" name="9 Flecha izquierda">
            <a:hlinkClick r:id="" action="ppaction://hlinkshowjump?jump=previousslide"/>
            <a:extLst>
              <a:ext uri="{FF2B5EF4-FFF2-40B4-BE49-F238E27FC236}">
                <a16:creationId xmlns:a16="http://schemas.microsoft.com/office/drawing/2014/main" id="{E3E2966B-9B7B-ACBC-1524-1FDAA4DDC5A4}"/>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9" name="10 Flecha derecha">
            <a:hlinkClick r:id="" action="ppaction://hlinkshowjump?jump=nextslide"/>
            <a:extLst>
              <a:ext uri="{FF2B5EF4-FFF2-40B4-BE49-F238E27FC236}">
                <a16:creationId xmlns:a16="http://schemas.microsoft.com/office/drawing/2014/main" id="{254A0637-AADE-1C52-E3B2-135104805BCB}"/>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12" name="5 CuadroTexto">
            <a:hlinkClick r:id="rId2" action="ppaction://hlinksldjump"/>
            <a:extLst>
              <a:ext uri="{FF2B5EF4-FFF2-40B4-BE49-F238E27FC236}">
                <a16:creationId xmlns:a16="http://schemas.microsoft.com/office/drawing/2014/main" id="{A86F80A9-886E-D892-FA81-A11D1F34143C}"/>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13" name="6 Imagen">
            <a:extLst>
              <a:ext uri="{FF2B5EF4-FFF2-40B4-BE49-F238E27FC236}">
                <a16:creationId xmlns:a16="http://schemas.microsoft.com/office/drawing/2014/main" id="{34691B39-0079-E9CE-6639-07B99160D8ED}"/>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14" name="1 Título">
            <a:extLst>
              <a:ext uri="{FF2B5EF4-FFF2-40B4-BE49-F238E27FC236}">
                <a16:creationId xmlns:a16="http://schemas.microsoft.com/office/drawing/2014/main" id="{0D8DD499-8583-DECF-6D62-6836D1D794CA}"/>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13805872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67929" y="968363"/>
            <a:ext cx="3067425"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PRÉSTAMO BANCARIO</a:t>
            </a:r>
            <a:endParaRPr lang="es-ES" b="1" dirty="0"/>
          </a:p>
        </p:txBody>
      </p:sp>
      <p:sp>
        <p:nvSpPr>
          <p:cNvPr id="3" name="2 CuadroTexto"/>
          <p:cNvSpPr txBox="1"/>
          <p:nvPr/>
        </p:nvSpPr>
        <p:spPr>
          <a:xfrm>
            <a:off x="167928" y="1556792"/>
            <a:ext cx="8730869" cy="646331"/>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s-ES_tradnl" dirty="0"/>
              <a:t>Fuente más utilizada para financiar grandes cantidades de dinero a devolver en varios años</a:t>
            </a:r>
          </a:p>
          <a:p>
            <a:pPr algn="ctr"/>
            <a:r>
              <a:rPr lang="es-ES_tradnl" dirty="0"/>
              <a:t>Características:</a:t>
            </a:r>
            <a:endParaRPr lang="es-ES" dirty="0"/>
          </a:p>
        </p:txBody>
      </p:sp>
      <p:graphicFrame>
        <p:nvGraphicFramePr>
          <p:cNvPr id="4" name="3 Diagrama"/>
          <p:cNvGraphicFramePr/>
          <p:nvPr>
            <p:extLst>
              <p:ext uri="{D42A27DB-BD31-4B8C-83A1-F6EECF244321}">
                <p14:modId xmlns:p14="http://schemas.microsoft.com/office/powerpoint/2010/main" val="2409868653"/>
              </p:ext>
            </p:extLst>
          </p:nvPr>
        </p:nvGraphicFramePr>
        <p:xfrm>
          <a:off x="167929" y="2276872"/>
          <a:ext cx="8730867" cy="31841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9 Flecha izquierda">
            <a:hlinkClick r:id="" action="ppaction://hlinkshowjump?jump=previousslide"/>
            <a:extLst>
              <a:ext uri="{FF2B5EF4-FFF2-40B4-BE49-F238E27FC236}">
                <a16:creationId xmlns:a16="http://schemas.microsoft.com/office/drawing/2014/main" id="{C6B865AC-A7D9-F226-3C2A-4308D90FB114}"/>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9" name="10 Flecha derecha">
            <a:hlinkClick r:id="" action="ppaction://hlinkshowjump?jump=nextslide"/>
            <a:extLst>
              <a:ext uri="{FF2B5EF4-FFF2-40B4-BE49-F238E27FC236}">
                <a16:creationId xmlns:a16="http://schemas.microsoft.com/office/drawing/2014/main" id="{3FEAE0D2-0FA9-8161-72B4-3FEC2D4C2140}"/>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12" name="5 CuadroTexto">
            <a:hlinkClick r:id="rId7" action="ppaction://hlinksldjump"/>
            <a:extLst>
              <a:ext uri="{FF2B5EF4-FFF2-40B4-BE49-F238E27FC236}">
                <a16:creationId xmlns:a16="http://schemas.microsoft.com/office/drawing/2014/main" id="{FD0DAEC8-E02C-3446-A81D-DD61DF1E1C99}"/>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13" name="6 Imagen">
            <a:extLst>
              <a:ext uri="{FF2B5EF4-FFF2-40B4-BE49-F238E27FC236}">
                <a16:creationId xmlns:a16="http://schemas.microsoft.com/office/drawing/2014/main" id="{464C6588-34A0-E231-343C-A5DF5CCAB7EB}"/>
              </a:ext>
            </a:extLst>
          </p:cNvPr>
          <p:cNvPicPr>
            <a:picLocks noChangeAspect="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14" name="1 Título">
            <a:extLst>
              <a:ext uri="{FF2B5EF4-FFF2-40B4-BE49-F238E27FC236}">
                <a16:creationId xmlns:a16="http://schemas.microsoft.com/office/drawing/2014/main" id="{15E8A4FB-E77E-4585-5130-E8E2F76A344F}"/>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1096976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27 CuadroTexto"/>
          <p:cNvSpPr txBox="1"/>
          <p:nvPr/>
        </p:nvSpPr>
        <p:spPr>
          <a:xfrm>
            <a:off x="148255" y="836712"/>
            <a:ext cx="3067425"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CRÉDITO BANCARIO</a:t>
            </a:r>
            <a:endParaRPr lang="es-ES" b="1" dirty="0"/>
          </a:p>
        </p:txBody>
      </p:sp>
      <p:sp>
        <p:nvSpPr>
          <p:cNvPr id="29" name="28 CuadroTexto"/>
          <p:cNvSpPr txBox="1"/>
          <p:nvPr/>
        </p:nvSpPr>
        <p:spPr>
          <a:xfrm>
            <a:off x="141065" y="1268760"/>
            <a:ext cx="8730869" cy="2031325"/>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buFont typeface="Wingdings"/>
              <a:buChar char="à"/>
            </a:pPr>
            <a:r>
              <a:rPr lang="es-ES_tradnl" dirty="0"/>
              <a:t>El banco pone a disposición un dinero en una cuenta de crédito. La empresa pagará intereses por las cantidades que vaya sacando de la misma y también un interés menor por la cantidad no utilizada.</a:t>
            </a:r>
          </a:p>
          <a:p>
            <a:pPr marL="285750" indent="-285750">
              <a:buFont typeface="Wingdings"/>
              <a:buChar char="à"/>
            </a:pPr>
            <a:r>
              <a:rPr lang="es-ES_tradnl" dirty="0"/>
              <a:t>Plazo entre 6 meses y un año. Pago de intereses  suele ser trimestral y al final del periodo se devuelve la totalidad del dinero dispuesto. Posibilidad de renovar</a:t>
            </a:r>
          </a:p>
          <a:p>
            <a:pPr marL="285750" indent="-285750">
              <a:buFont typeface="Wingdings"/>
              <a:buChar char="à"/>
            </a:pPr>
            <a:r>
              <a:rPr lang="es-ES_tradnl" dirty="0"/>
              <a:t>Suele estar sujeta a las mismas comisiones y garantías que el préstamo</a:t>
            </a:r>
          </a:p>
          <a:p>
            <a:pPr marL="285750" indent="-285750">
              <a:buFont typeface="Wingdings"/>
              <a:buChar char="à"/>
            </a:pPr>
            <a:r>
              <a:rPr lang="es-ES_tradnl" dirty="0"/>
              <a:t>Póliza de crédito: modalidad de crédito en la que es posible realizar ingresos</a:t>
            </a:r>
            <a:endParaRPr lang="es-ES" dirty="0"/>
          </a:p>
        </p:txBody>
      </p:sp>
      <p:graphicFrame>
        <p:nvGraphicFramePr>
          <p:cNvPr id="3" name="2 Tabla"/>
          <p:cNvGraphicFramePr>
            <a:graphicFrameLocks noGrp="1"/>
          </p:cNvGraphicFramePr>
          <p:nvPr>
            <p:extLst>
              <p:ext uri="{D42A27DB-BD31-4B8C-83A1-F6EECF244321}">
                <p14:modId xmlns:p14="http://schemas.microsoft.com/office/powerpoint/2010/main" val="2585210155"/>
              </p:ext>
            </p:extLst>
          </p:nvPr>
        </p:nvGraphicFramePr>
        <p:xfrm>
          <a:off x="89242" y="3429000"/>
          <a:ext cx="8888241" cy="2641600"/>
        </p:xfrm>
        <a:graphic>
          <a:graphicData uri="http://schemas.openxmlformats.org/drawingml/2006/table">
            <a:tbl>
              <a:tblPr firstRow="1" bandRow="1">
                <a:tableStyleId>{5C22544A-7EE6-4342-B048-85BDC9FD1C3A}</a:tableStyleId>
              </a:tblPr>
              <a:tblGrid>
                <a:gridCol w="4334756">
                  <a:extLst>
                    <a:ext uri="{9D8B030D-6E8A-4147-A177-3AD203B41FA5}">
                      <a16:colId xmlns:a16="http://schemas.microsoft.com/office/drawing/2014/main" val="20000"/>
                    </a:ext>
                  </a:extLst>
                </a:gridCol>
                <a:gridCol w="4553485">
                  <a:extLst>
                    <a:ext uri="{9D8B030D-6E8A-4147-A177-3AD203B41FA5}">
                      <a16:colId xmlns:a16="http://schemas.microsoft.com/office/drawing/2014/main" val="20001"/>
                    </a:ext>
                  </a:extLst>
                </a:gridCol>
              </a:tblGrid>
              <a:tr h="370840">
                <a:tc gridSpan="2">
                  <a:txBody>
                    <a:bodyPr/>
                    <a:lstStyle/>
                    <a:p>
                      <a:pPr algn="ctr"/>
                      <a:r>
                        <a:rPr lang="es-ES_tradnl" sz="1600" dirty="0"/>
                        <a:t>Diferencias</a:t>
                      </a:r>
                      <a:endParaRPr lang="es-ES" sz="1600" dirty="0"/>
                    </a:p>
                  </a:txBody>
                  <a:tcPr/>
                </a:tc>
                <a:tc hMerge="1">
                  <a:txBody>
                    <a:bodyPr/>
                    <a:lstStyle/>
                    <a:p>
                      <a:endParaRPr lang="es-ES" dirty="0"/>
                    </a:p>
                  </a:txBody>
                  <a:tcPr/>
                </a:tc>
                <a:extLst>
                  <a:ext uri="{0D108BD9-81ED-4DB2-BD59-A6C34878D82A}">
                    <a16:rowId xmlns:a16="http://schemas.microsoft.com/office/drawing/2014/main" val="10000"/>
                  </a:ext>
                </a:extLst>
              </a:tr>
              <a:tr h="370840">
                <a:tc>
                  <a:txBody>
                    <a:bodyPr/>
                    <a:lstStyle/>
                    <a:p>
                      <a:pPr algn="ctr"/>
                      <a:r>
                        <a:rPr lang="es-ES_tradnl" sz="1600" b="1" dirty="0"/>
                        <a:t>Préstamo</a:t>
                      </a:r>
                      <a:endParaRPr lang="es-ES" sz="1600" b="1" dirty="0"/>
                    </a:p>
                  </a:txBody>
                  <a:tcPr>
                    <a:solidFill>
                      <a:schemeClr val="accent1"/>
                    </a:solidFill>
                  </a:tcPr>
                </a:tc>
                <a:tc>
                  <a:txBody>
                    <a:bodyPr/>
                    <a:lstStyle/>
                    <a:p>
                      <a:pPr algn="ctr"/>
                      <a:r>
                        <a:rPr lang="es-ES_tradnl" sz="1600" b="1" dirty="0"/>
                        <a:t>Crédito</a:t>
                      </a:r>
                      <a:endParaRPr lang="es-ES" sz="1600" b="1" dirty="0"/>
                    </a:p>
                  </a:txBody>
                  <a:tcPr>
                    <a:solidFill>
                      <a:schemeClr val="accent1"/>
                    </a:solidFill>
                  </a:tcPr>
                </a:tc>
                <a:extLst>
                  <a:ext uri="{0D108BD9-81ED-4DB2-BD59-A6C34878D82A}">
                    <a16:rowId xmlns:a16="http://schemas.microsoft.com/office/drawing/2014/main" val="10001"/>
                  </a:ext>
                </a:extLst>
              </a:tr>
              <a:tr h="370840">
                <a:tc>
                  <a:txBody>
                    <a:bodyPr/>
                    <a:lstStyle/>
                    <a:p>
                      <a:r>
                        <a:rPr lang="es-ES_tradnl" sz="1600" dirty="0"/>
                        <a:t>Importe total se entrega el primer día</a:t>
                      </a:r>
                      <a:endParaRPr lang="es-ES" sz="1600" dirty="0"/>
                    </a:p>
                  </a:txBody>
                  <a:tcPr/>
                </a:tc>
                <a:tc>
                  <a:txBody>
                    <a:bodyPr/>
                    <a:lstStyle/>
                    <a:p>
                      <a:r>
                        <a:rPr lang="es-ES_tradnl" sz="1600" dirty="0"/>
                        <a:t>Se pone a disposición una cantidad que puede utilizarse</a:t>
                      </a:r>
                      <a:r>
                        <a:rPr lang="es-ES_tradnl" sz="1600" baseline="0" dirty="0"/>
                        <a:t> o no</a:t>
                      </a:r>
                      <a:endParaRPr lang="es-ES" sz="1600" dirty="0"/>
                    </a:p>
                  </a:txBody>
                  <a:tcPr/>
                </a:tc>
                <a:extLst>
                  <a:ext uri="{0D108BD9-81ED-4DB2-BD59-A6C34878D82A}">
                    <a16:rowId xmlns:a16="http://schemas.microsoft.com/office/drawing/2014/main" val="10002"/>
                  </a:ext>
                </a:extLst>
              </a:tr>
              <a:tr h="370840">
                <a:tc>
                  <a:txBody>
                    <a:bodyPr/>
                    <a:lstStyle/>
                    <a:p>
                      <a:r>
                        <a:rPr lang="es-ES_tradnl" sz="1600" dirty="0"/>
                        <a:t>Intereses</a:t>
                      </a:r>
                      <a:r>
                        <a:rPr lang="es-ES_tradnl" sz="1600" baseline="0" dirty="0"/>
                        <a:t> por toda la cantidad del préstamo</a:t>
                      </a:r>
                      <a:endParaRPr lang="es-ES" sz="1600" dirty="0"/>
                    </a:p>
                  </a:txBody>
                  <a:tcPr/>
                </a:tc>
                <a:tc>
                  <a:txBody>
                    <a:bodyPr/>
                    <a:lstStyle/>
                    <a:p>
                      <a:r>
                        <a:rPr lang="es-ES_tradnl" sz="1600" dirty="0"/>
                        <a:t>Intereses por la cantidad usada y por</a:t>
                      </a:r>
                      <a:r>
                        <a:rPr lang="es-ES_tradnl" sz="1600" baseline="0" dirty="0"/>
                        <a:t> la no utilizada</a:t>
                      </a:r>
                      <a:endParaRPr lang="es-ES" sz="1600" dirty="0"/>
                    </a:p>
                  </a:txBody>
                  <a:tcPr/>
                </a:tc>
                <a:extLst>
                  <a:ext uri="{0D108BD9-81ED-4DB2-BD59-A6C34878D82A}">
                    <a16:rowId xmlns:a16="http://schemas.microsoft.com/office/drawing/2014/main" val="10003"/>
                  </a:ext>
                </a:extLst>
              </a:tr>
              <a:tr h="370840">
                <a:tc>
                  <a:txBody>
                    <a:bodyPr/>
                    <a:lstStyle/>
                    <a:p>
                      <a:r>
                        <a:rPr lang="es-ES_tradnl" sz="1600" dirty="0"/>
                        <a:t>Es largo plazo</a:t>
                      </a:r>
                      <a:endParaRPr lang="es-ES" sz="1600" dirty="0"/>
                    </a:p>
                  </a:txBody>
                  <a:tcPr/>
                </a:tc>
                <a:tc>
                  <a:txBody>
                    <a:bodyPr/>
                    <a:lstStyle/>
                    <a:p>
                      <a:r>
                        <a:rPr lang="es-ES_tradnl" sz="1600" dirty="0"/>
                        <a:t>Es a corto plazo</a:t>
                      </a:r>
                      <a:endParaRPr lang="es-ES" sz="1600" dirty="0"/>
                    </a:p>
                  </a:txBody>
                  <a:tcPr/>
                </a:tc>
                <a:extLst>
                  <a:ext uri="{0D108BD9-81ED-4DB2-BD59-A6C34878D82A}">
                    <a16:rowId xmlns:a16="http://schemas.microsoft.com/office/drawing/2014/main" val="10004"/>
                  </a:ext>
                </a:extLst>
              </a:tr>
              <a:tr h="370840">
                <a:tc>
                  <a:txBody>
                    <a:bodyPr/>
                    <a:lstStyle/>
                    <a:p>
                      <a:r>
                        <a:rPr lang="es-ES_tradnl" sz="1600" dirty="0"/>
                        <a:t>Se utiliza para financiar inversiones o bienes de larga</a:t>
                      </a:r>
                      <a:r>
                        <a:rPr lang="es-ES_tradnl" sz="1600" baseline="0" dirty="0"/>
                        <a:t> duración</a:t>
                      </a:r>
                      <a:endParaRPr lang="es-ES" sz="1600" dirty="0"/>
                    </a:p>
                  </a:txBody>
                  <a:tcPr/>
                </a:tc>
                <a:tc>
                  <a:txBody>
                    <a:bodyPr/>
                    <a:lstStyle/>
                    <a:p>
                      <a:r>
                        <a:rPr lang="es-ES_tradnl" sz="1600" dirty="0"/>
                        <a:t>Se utiliza para comprar mercaderías que se van a vender o necesidades temporales de liquidez</a:t>
                      </a:r>
                      <a:endParaRPr lang="es-ES" sz="1600" dirty="0"/>
                    </a:p>
                  </a:txBody>
                  <a:tcPr/>
                </a:tc>
                <a:extLst>
                  <a:ext uri="{0D108BD9-81ED-4DB2-BD59-A6C34878D82A}">
                    <a16:rowId xmlns:a16="http://schemas.microsoft.com/office/drawing/2014/main" val="10005"/>
                  </a:ext>
                </a:extLst>
              </a:tr>
            </a:tbl>
          </a:graphicData>
        </a:graphic>
      </p:graphicFrame>
      <p:sp>
        <p:nvSpPr>
          <p:cNvPr id="2" name="9 Flecha izquierda">
            <a:hlinkClick r:id="" action="ppaction://hlinkshowjump?jump=previousslide"/>
            <a:extLst>
              <a:ext uri="{FF2B5EF4-FFF2-40B4-BE49-F238E27FC236}">
                <a16:creationId xmlns:a16="http://schemas.microsoft.com/office/drawing/2014/main" id="{C2BC98B0-BBCF-CA22-3E24-6359DFAD36D3}"/>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4" name="10 Flecha derecha">
            <a:hlinkClick r:id="" action="ppaction://hlinkshowjump?jump=nextslide"/>
            <a:extLst>
              <a:ext uri="{FF2B5EF4-FFF2-40B4-BE49-F238E27FC236}">
                <a16:creationId xmlns:a16="http://schemas.microsoft.com/office/drawing/2014/main" id="{DD46A456-2D8D-9FBD-18C6-835E7CCDC6BE}"/>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6" name="5 CuadroTexto">
            <a:hlinkClick r:id="rId2" action="ppaction://hlinksldjump"/>
            <a:extLst>
              <a:ext uri="{FF2B5EF4-FFF2-40B4-BE49-F238E27FC236}">
                <a16:creationId xmlns:a16="http://schemas.microsoft.com/office/drawing/2014/main" id="{E284B618-6BD3-FE03-96AA-B856A55B65FD}"/>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7" name="6 Imagen">
            <a:extLst>
              <a:ext uri="{FF2B5EF4-FFF2-40B4-BE49-F238E27FC236}">
                <a16:creationId xmlns:a16="http://schemas.microsoft.com/office/drawing/2014/main" id="{652299AF-A2A2-49F8-9907-5096A8B20616}"/>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8" name="1 Título">
            <a:extLst>
              <a:ext uri="{FF2B5EF4-FFF2-40B4-BE49-F238E27FC236}">
                <a16:creationId xmlns:a16="http://schemas.microsoft.com/office/drawing/2014/main" id="{DB63445C-F3E0-361F-6508-E75DDABBEA02}"/>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4122922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12 CuadroTexto"/>
          <p:cNvSpPr txBox="1"/>
          <p:nvPr/>
        </p:nvSpPr>
        <p:spPr>
          <a:xfrm>
            <a:off x="167928" y="794527"/>
            <a:ext cx="3067425"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LEASING Y RENTING</a:t>
            </a:r>
            <a:endParaRPr lang="es-ES" b="1" dirty="0"/>
          </a:p>
        </p:txBody>
      </p:sp>
      <p:sp>
        <p:nvSpPr>
          <p:cNvPr id="14" name="13 CuadroTexto"/>
          <p:cNvSpPr txBox="1"/>
          <p:nvPr/>
        </p:nvSpPr>
        <p:spPr>
          <a:xfrm>
            <a:off x="167928" y="1163859"/>
            <a:ext cx="8730869" cy="2031325"/>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s-ES_tradnl" dirty="0">
                <a:sym typeface="Wingdings" panose="05000000000000000000" pitchFamily="2" charset="2"/>
              </a:rPr>
              <a:t> Para financiar inversiones en activos de la empresa como vehículos, maquinaria, ordenadores, mobiliario,  </a:t>
            </a:r>
            <a:r>
              <a:rPr lang="es-ES_tradnl" dirty="0" err="1">
                <a:sym typeface="Wingdings" panose="05000000000000000000" pitchFamily="2" charset="2"/>
              </a:rPr>
              <a:t>etc</a:t>
            </a:r>
            <a:r>
              <a:rPr lang="es-ES_tradnl" dirty="0">
                <a:sym typeface="Wingdings" panose="05000000000000000000" pitchFamily="2" charset="2"/>
              </a:rPr>
              <a:t>, que en un periodo corto de tiempo se quedan obsoletos o pierden valor, a través del pago de una cuota de alquiler.</a:t>
            </a:r>
          </a:p>
          <a:p>
            <a:pPr marL="285750" indent="-285750">
              <a:buFont typeface="Wingdings"/>
              <a:buChar char="à"/>
            </a:pPr>
            <a:r>
              <a:rPr lang="es-ES_tradnl" dirty="0">
                <a:sym typeface="Wingdings" panose="05000000000000000000" pitchFamily="2" charset="2"/>
              </a:rPr>
              <a:t>Ventaja:</a:t>
            </a:r>
          </a:p>
          <a:p>
            <a:pPr marL="285750" indent="-285750">
              <a:buFont typeface="Wingdings" panose="05000000000000000000" pitchFamily="2" charset="2"/>
              <a:buChar char="§"/>
            </a:pPr>
            <a:r>
              <a:rPr lang="es-ES_tradnl" dirty="0">
                <a:sym typeface="Wingdings" panose="05000000000000000000" pitchFamily="2" charset="2"/>
              </a:rPr>
              <a:t>En lugar de comprarlo se alquila mientras el bien está en condiciones de ser usado, renovándolo y sin tener que realizar un gran desembolso inicial  </a:t>
            </a:r>
          </a:p>
          <a:p>
            <a:pPr marL="285750" indent="-285750">
              <a:buFont typeface="Wingdings" panose="05000000000000000000" pitchFamily="2" charset="2"/>
              <a:buChar char="§"/>
            </a:pPr>
            <a:r>
              <a:rPr lang="es-ES_tradnl" dirty="0">
                <a:sym typeface="Wingdings" panose="05000000000000000000" pitchFamily="2" charset="2"/>
              </a:rPr>
              <a:t>Cuotas de alquiler son gasto deducible</a:t>
            </a:r>
            <a:endParaRPr lang="es-ES" dirty="0"/>
          </a:p>
        </p:txBody>
      </p:sp>
      <p:graphicFrame>
        <p:nvGraphicFramePr>
          <p:cNvPr id="2" name="1 Diagrama"/>
          <p:cNvGraphicFramePr/>
          <p:nvPr>
            <p:extLst>
              <p:ext uri="{D42A27DB-BD31-4B8C-83A1-F6EECF244321}">
                <p14:modId xmlns:p14="http://schemas.microsoft.com/office/powerpoint/2010/main" val="4294428266"/>
              </p:ext>
            </p:extLst>
          </p:nvPr>
        </p:nvGraphicFramePr>
        <p:xfrm>
          <a:off x="95500" y="3195184"/>
          <a:ext cx="8910100" cy="15636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9" name="18 Diagrama"/>
          <p:cNvGraphicFramePr/>
          <p:nvPr>
            <p:extLst>
              <p:ext uri="{D42A27DB-BD31-4B8C-83A1-F6EECF244321}">
                <p14:modId xmlns:p14="http://schemas.microsoft.com/office/powerpoint/2010/main" val="3619614210"/>
              </p:ext>
            </p:extLst>
          </p:nvPr>
        </p:nvGraphicFramePr>
        <p:xfrm>
          <a:off x="148255" y="4601683"/>
          <a:ext cx="8910100" cy="156362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9 Flecha izquierda">
            <a:hlinkClick r:id="" action="ppaction://hlinkshowjump?jump=previousslide"/>
            <a:extLst>
              <a:ext uri="{FF2B5EF4-FFF2-40B4-BE49-F238E27FC236}">
                <a16:creationId xmlns:a16="http://schemas.microsoft.com/office/drawing/2014/main" id="{FE21719F-7FD2-4D9E-F07E-C1BF4D75769D}"/>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4" name="10 Flecha derecha">
            <a:hlinkClick r:id="" action="ppaction://hlinkshowjump?jump=nextslide"/>
            <a:extLst>
              <a:ext uri="{FF2B5EF4-FFF2-40B4-BE49-F238E27FC236}">
                <a16:creationId xmlns:a16="http://schemas.microsoft.com/office/drawing/2014/main" id="{9D4FA14D-A177-DBEF-729B-ACBF3DC1350A}"/>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6" name="5 CuadroTexto">
            <a:hlinkClick r:id="rId12" action="ppaction://hlinksldjump"/>
            <a:extLst>
              <a:ext uri="{FF2B5EF4-FFF2-40B4-BE49-F238E27FC236}">
                <a16:creationId xmlns:a16="http://schemas.microsoft.com/office/drawing/2014/main" id="{4DDEDFC9-CB09-6AC7-66C4-EDCE1C2DB455}"/>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7" name="6 Imagen">
            <a:extLst>
              <a:ext uri="{FF2B5EF4-FFF2-40B4-BE49-F238E27FC236}">
                <a16:creationId xmlns:a16="http://schemas.microsoft.com/office/drawing/2014/main" id="{39F495A0-9D3A-A5AA-1F68-B732D4577A8E}"/>
              </a:ext>
            </a:extLst>
          </p:cNvPr>
          <p:cNvPicPr>
            <a:picLocks noChangeAspect="1"/>
          </p:cNvPicPr>
          <p:nvPr/>
        </p:nvPicPr>
        <p:blipFill>
          <a:blip r:embed="rId1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8" name="1 Título">
            <a:extLst>
              <a:ext uri="{FF2B5EF4-FFF2-40B4-BE49-F238E27FC236}">
                <a16:creationId xmlns:a16="http://schemas.microsoft.com/office/drawing/2014/main" id="{CA79A9BE-872C-99DA-B80E-D67DE55B0AA2}"/>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1612481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7 CuadroTexto"/>
          <p:cNvSpPr txBox="1"/>
          <p:nvPr/>
        </p:nvSpPr>
        <p:spPr>
          <a:xfrm>
            <a:off x="159797" y="1173125"/>
            <a:ext cx="6060256"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CRÉDITOS COMERCIALES DE PROVEEDORES</a:t>
            </a:r>
            <a:endParaRPr lang="es-ES" b="1" dirty="0"/>
          </a:p>
        </p:txBody>
      </p:sp>
      <p:sp>
        <p:nvSpPr>
          <p:cNvPr id="19" name="18 CuadroTexto"/>
          <p:cNvSpPr txBox="1"/>
          <p:nvPr/>
        </p:nvSpPr>
        <p:spPr>
          <a:xfrm>
            <a:off x="167928" y="2204864"/>
            <a:ext cx="8730869" cy="2308324"/>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buFont typeface="Wingdings"/>
              <a:buChar char="à"/>
            </a:pPr>
            <a:r>
              <a:rPr lang="es-ES_tradnl" dirty="0">
                <a:sym typeface="Wingdings" panose="05000000000000000000" pitchFamily="2" charset="2"/>
              </a:rPr>
              <a:t>Cuando las empresas compran mercaderías y no las pagan al contado, sino dentro de 30 o 60 días sin intereses añadidos</a:t>
            </a:r>
          </a:p>
          <a:p>
            <a:endParaRPr lang="es-ES_tradnl" dirty="0">
              <a:sym typeface="Wingdings" panose="05000000000000000000" pitchFamily="2" charset="2"/>
            </a:endParaRPr>
          </a:p>
          <a:p>
            <a:pPr marL="285750" indent="-285750">
              <a:buFont typeface="Wingdings"/>
              <a:buChar char="à"/>
            </a:pPr>
            <a:r>
              <a:rPr lang="es-ES_tradnl" dirty="0">
                <a:sym typeface="Wingdings" panose="05000000000000000000" pitchFamily="2" charset="2"/>
              </a:rPr>
              <a:t>Supone una fuente de financiación</a:t>
            </a:r>
          </a:p>
          <a:p>
            <a:endParaRPr lang="es-ES_tradnl" dirty="0">
              <a:sym typeface="Wingdings" panose="05000000000000000000" pitchFamily="2" charset="2"/>
            </a:endParaRPr>
          </a:p>
          <a:p>
            <a:pPr marL="285750" indent="-285750">
              <a:buFont typeface="Wingdings"/>
              <a:buChar char="à"/>
            </a:pPr>
            <a:r>
              <a:rPr lang="es-ES_tradnl" dirty="0">
                <a:sym typeface="Wingdings" panose="05000000000000000000" pitchFamily="2" charset="2"/>
              </a:rPr>
              <a:t>Si el proveedor no permitiese pagar a 30-60 días la empresa debería pagar las mercaderías sin haberlas vendido, debiendo acudir a otras fuentes de financiación que cobran intereses </a:t>
            </a:r>
            <a:endParaRPr lang="es-ES" dirty="0"/>
          </a:p>
        </p:txBody>
      </p:sp>
      <p:sp>
        <p:nvSpPr>
          <p:cNvPr id="2" name="9 Flecha izquierda">
            <a:hlinkClick r:id="" action="ppaction://hlinkshowjump?jump=previousslide"/>
            <a:extLst>
              <a:ext uri="{FF2B5EF4-FFF2-40B4-BE49-F238E27FC236}">
                <a16:creationId xmlns:a16="http://schemas.microsoft.com/office/drawing/2014/main" id="{20C7D7DD-8EAD-4EFC-02DB-B9EA9CA1DF13}"/>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3" name="10 Flecha derecha">
            <a:hlinkClick r:id="" action="ppaction://hlinkshowjump?jump=nextslide"/>
            <a:extLst>
              <a:ext uri="{FF2B5EF4-FFF2-40B4-BE49-F238E27FC236}">
                <a16:creationId xmlns:a16="http://schemas.microsoft.com/office/drawing/2014/main" id="{00C788AA-56AD-9A6D-494C-20ADA5DA851B}"/>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4" name="5 CuadroTexto">
            <a:hlinkClick r:id="rId2" action="ppaction://hlinksldjump"/>
            <a:extLst>
              <a:ext uri="{FF2B5EF4-FFF2-40B4-BE49-F238E27FC236}">
                <a16:creationId xmlns:a16="http://schemas.microsoft.com/office/drawing/2014/main" id="{AA3EC062-7187-01E9-5DEB-F5FB99190064}"/>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6" name="6 Imagen">
            <a:extLst>
              <a:ext uri="{FF2B5EF4-FFF2-40B4-BE49-F238E27FC236}">
                <a16:creationId xmlns:a16="http://schemas.microsoft.com/office/drawing/2014/main" id="{7CA956B4-D563-47C2-8F7B-69E094D96F58}"/>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7" name="1 Título">
            <a:extLst>
              <a:ext uri="{FF2B5EF4-FFF2-40B4-BE49-F238E27FC236}">
                <a16:creationId xmlns:a16="http://schemas.microsoft.com/office/drawing/2014/main" id="{4CE622EA-5C6D-9D3D-C8FD-AE111E998F2F}"/>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4179423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CuadroTexto"/>
          <p:cNvSpPr txBox="1"/>
          <p:nvPr/>
        </p:nvSpPr>
        <p:spPr>
          <a:xfrm>
            <a:off x="148255" y="836712"/>
            <a:ext cx="3726266"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DESCUENTO DE LETRAS Y PAGARÉS</a:t>
            </a:r>
            <a:endParaRPr lang="es-ES" b="1" dirty="0"/>
          </a:p>
        </p:txBody>
      </p:sp>
      <p:sp>
        <p:nvSpPr>
          <p:cNvPr id="16" name="15 CuadroTexto"/>
          <p:cNvSpPr txBox="1"/>
          <p:nvPr/>
        </p:nvSpPr>
        <p:spPr>
          <a:xfrm>
            <a:off x="168198" y="1239963"/>
            <a:ext cx="8730869" cy="175432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buFont typeface="Wingdings"/>
              <a:buChar char="à"/>
            </a:pPr>
            <a:r>
              <a:rPr lang="es-ES_tradnl" dirty="0">
                <a:sym typeface="Wingdings" panose="05000000000000000000" pitchFamily="2" charset="2"/>
              </a:rPr>
              <a:t>Forma habitual de pago en las relaciones comerciales donde se señala que se pagará cuando se cumpla la fecha establecida (suele ser a 30-60 días)</a:t>
            </a:r>
          </a:p>
          <a:p>
            <a:pPr marL="285750" indent="-285750">
              <a:buFont typeface="Wingdings"/>
              <a:buChar char="à"/>
            </a:pPr>
            <a:r>
              <a:rPr lang="es-ES" dirty="0">
                <a:sym typeface="Wingdings" panose="05000000000000000000" pitchFamily="2" charset="2"/>
              </a:rPr>
              <a:t>Si la empresa necesita el dinero con anterioridad  puede acudir al banco y pedir el anticipo de la letra y el pagaré</a:t>
            </a:r>
            <a:endParaRPr lang="es-ES_tradnl" dirty="0">
              <a:sym typeface="Wingdings" panose="05000000000000000000" pitchFamily="2" charset="2"/>
            </a:endParaRPr>
          </a:p>
          <a:p>
            <a:endParaRPr lang="es-ES_tradnl" dirty="0">
              <a:sym typeface="Wingdings" panose="05000000000000000000" pitchFamily="2" charset="2"/>
            </a:endParaRPr>
          </a:p>
          <a:p>
            <a:pPr algn="ctr"/>
            <a:r>
              <a:rPr lang="es-ES_tradnl" dirty="0">
                <a:sym typeface="Wingdings" panose="05000000000000000000" pitchFamily="2" charset="2"/>
              </a:rPr>
              <a:t>Funcionamiento:</a:t>
            </a:r>
            <a:endParaRPr lang="es-ES" dirty="0"/>
          </a:p>
        </p:txBody>
      </p:sp>
      <p:graphicFrame>
        <p:nvGraphicFramePr>
          <p:cNvPr id="3" name="2 Diagrama"/>
          <p:cNvGraphicFramePr/>
          <p:nvPr>
            <p:extLst>
              <p:ext uri="{D42A27DB-BD31-4B8C-83A1-F6EECF244321}">
                <p14:modId xmlns:p14="http://schemas.microsoft.com/office/powerpoint/2010/main" val="113574885"/>
              </p:ext>
            </p:extLst>
          </p:nvPr>
        </p:nvGraphicFramePr>
        <p:xfrm>
          <a:off x="148254" y="3029200"/>
          <a:ext cx="8995745" cy="26133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9 Flecha izquierda">
            <a:hlinkClick r:id="" action="ppaction://hlinkshowjump?jump=previousslide"/>
            <a:extLst>
              <a:ext uri="{FF2B5EF4-FFF2-40B4-BE49-F238E27FC236}">
                <a16:creationId xmlns:a16="http://schemas.microsoft.com/office/drawing/2014/main" id="{08731F59-4791-5D31-6ECC-4C24BDFB55BF}"/>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4" name="10 Flecha derecha">
            <a:hlinkClick r:id="" action="ppaction://hlinkshowjump?jump=nextslide"/>
            <a:extLst>
              <a:ext uri="{FF2B5EF4-FFF2-40B4-BE49-F238E27FC236}">
                <a16:creationId xmlns:a16="http://schemas.microsoft.com/office/drawing/2014/main" id="{9D515C95-A9A0-00EB-7C9B-8F9ACC8F9AD8}"/>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5" name="5 CuadroTexto">
            <a:hlinkClick r:id="rId7" action="ppaction://hlinksldjump"/>
            <a:extLst>
              <a:ext uri="{FF2B5EF4-FFF2-40B4-BE49-F238E27FC236}">
                <a16:creationId xmlns:a16="http://schemas.microsoft.com/office/drawing/2014/main" id="{A943D7CB-87D0-B396-59BA-FA72A23C6810}"/>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6" name="6 Imagen">
            <a:extLst>
              <a:ext uri="{FF2B5EF4-FFF2-40B4-BE49-F238E27FC236}">
                <a16:creationId xmlns:a16="http://schemas.microsoft.com/office/drawing/2014/main" id="{2B997E48-E3FC-F99C-EE02-8B51B2EC97BF}"/>
              </a:ext>
            </a:extLst>
          </p:cNvPr>
          <p:cNvPicPr>
            <a:picLocks noChangeAspect="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7" name="1 Título">
            <a:extLst>
              <a:ext uri="{FF2B5EF4-FFF2-40B4-BE49-F238E27FC236}">
                <a16:creationId xmlns:a16="http://schemas.microsoft.com/office/drawing/2014/main" id="{D224AF82-F306-9925-B4A8-6DD2CE1932EF}"/>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3036671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48255" y="836712"/>
            <a:ext cx="3067425"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FACTORING</a:t>
            </a:r>
            <a:endParaRPr lang="es-ES" b="1" dirty="0"/>
          </a:p>
        </p:txBody>
      </p:sp>
      <p:sp>
        <p:nvSpPr>
          <p:cNvPr id="13" name="12 CuadroTexto"/>
          <p:cNvSpPr txBox="1"/>
          <p:nvPr/>
        </p:nvSpPr>
        <p:spPr>
          <a:xfrm>
            <a:off x="168198" y="1484784"/>
            <a:ext cx="8730869" cy="2585323"/>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buFont typeface="Wingdings"/>
              <a:buChar char="à"/>
            </a:pPr>
            <a:r>
              <a:rPr lang="es-ES_tradnl" dirty="0">
                <a:sym typeface="Wingdings" panose="05000000000000000000" pitchFamily="2" charset="2"/>
              </a:rPr>
              <a:t>Financiación muy parecida al descuento</a:t>
            </a:r>
          </a:p>
          <a:p>
            <a:pPr marL="285750" indent="-285750">
              <a:buFont typeface="Wingdings"/>
              <a:buChar char="à"/>
            </a:pPr>
            <a:r>
              <a:rPr lang="es-ES_tradnl" dirty="0">
                <a:sym typeface="Wingdings" panose="05000000000000000000" pitchFamily="2" charset="2"/>
              </a:rPr>
              <a:t>La empresa contrata con otra empresa la cesión del cobro de nuestros clientes</a:t>
            </a:r>
          </a:p>
          <a:p>
            <a:pPr marL="285750" indent="-285750">
              <a:buFont typeface="Wingdings"/>
              <a:buChar char="à"/>
            </a:pPr>
            <a:r>
              <a:rPr lang="es-ES_tradnl" dirty="0">
                <a:sym typeface="Wingdings" panose="05000000000000000000" pitchFamily="2" charset="2"/>
              </a:rPr>
              <a:t>(Es como una especie de “cobrador del </a:t>
            </a:r>
            <a:r>
              <a:rPr lang="es-ES_tradnl" dirty="0" err="1">
                <a:sym typeface="Wingdings" panose="05000000000000000000" pitchFamily="2" charset="2"/>
              </a:rPr>
              <a:t>frack</a:t>
            </a:r>
            <a:r>
              <a:rPr lang="es-ES_tradnl" dirty="0">
                <a:sym typeface="Wingdings" panose="05000000000000000000" pitchFamily="2" charset="2"/>
              </a:rPr>
              <a:t>” que intentará cobrar de nuestros clientes)</a:t>
            </a:r>
          </a:p>
          <a:p>
            <a:pPr marL="285750" indent="-285750">
              <a:buFont typeface="Wingdings"/>
              <a:buChar char="à"/>
            </a:pPr>
            <a:endParaRPr lang="es-ES_tradnl" dirty="0">
              <a:sym typeface="Wingdings" panose="05000000000000000000" pitchFamily="2" charset="2"/>
            </a:endParaRPr>
          </a:p>
          <a:p>
            <a:r>
              <a:rPr lang="es-ES_tradnl" dirty="0">
                <a:sym typeface="Wingdings" panose="05000000000000000000" pitchFamily="2" charset="2"/>
              </a:rPr>
              <a:t>Diferencia con el descuento:</a:t>
            </a:r>
          </a:p>
          <a:p>
            <a:pPr marL="285750" indent="-285750">
              <a:buFontTx/>
              <a:buChar char="-"/>
            </a:pPr>
            <a:r>
              <a:rPr lang="es-ES_tradnl" dirty="0">
                <a:sym typeface="Wingdings" panose="05000000000000000000" pitchFamily="2" charset="2"/>
              </a:rPr>
              <a:t>La empresa de </a:t>
            </a:r>
            <a:r>
              <a:rPr lang="es-ES_tradnl" dirty="0" err="1">
                <a:sym typeface="Wingdings" panose="05000000000000000000" pitchFamily="2" charset="2"/>
              </a:rPr>
              <a:t>factoring</a:t>
            </a:r>
            <a:r>
              <a:rPr lang="es-ES_tradnl" dirty="0">
                <a:sym typeface="Wingdings" panose="05000000000000000000" pitchFamily="2" charset="2"/>
              </a:rPr>
              <a:t> nos anticipa el crédito a cobrar a los clientes pero no en su totalidad (un % según la calidad o seguridad de cobro)</a:t>
            </a:r>
          </a:p>
          <a:p>
            <a:pPr marL="285750" indent="-285750">
              <a:buFontTx/>
              <a:buChar char="-"/>
            </a:pPr>
            <a:r>
              <a:rPr lang="es-ES_tradnl" dirty="0">
                <a:sym typeface="Wingdings" panose="05000000000000000000" pitchFamily="2" charset="2"/>
              </a:rPr>
              <a:t>Pueden realizar servicios añadidos como asumir riesgo de impago, estudio de solvencia de clientes u otras gestiones administrativas.</a:t>
            </a:r>
          </a:p>
        </p:txBody>
      </p:sp>
      <p:sp>
        <p:nvSpPr>
          <p:cNvPr id="12" name="11 CuadroTexto"/>
          <p:cNvSpPr txBox="1"/>
          <p:nvPr/>
        </p:nvSpPr>
        <p:spPr>
          <a:xfrm>
            <a:off x="172236" y="4274928"/>
            <a:ext cx="3067425"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CONFIRMING</a:t>
            </a:r>
            <a:endParaRPr lang="es-ES" b="1" dirty="0"/>
          </a:p>
        </p:txBody>
      </p:sp>
      <p:sp>
        <p:nvSpPr>
          <p:cNvPr id="14" name="13 CuadroTexto"/>
          <p:cNvSpPr txBox="1"/>
          <p:nvPr/>
        </p:nvSpPr>
        <p:spPr>
          <a:xfrm>
            <a:off x="172236" y="4797152"/>
            <a:ext cx="8730869" cy="1200329"/>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marL="285750" indent="-285750">
              <a:buFont typeface="Wingdings"/>
              <a:buChar char="à"/>
            </a:pPr>
            <a:r>
              <a:rPr lang="es-ES_tradnl" dirty="0">
                <a:sym typeface="Wingdings" panose="05000000000000000000" pitchFamily="2" charset="2"/>
              </a:rPr>
              <a:t>Es lo contrario del </a:t>
            </a:r>
            <a:r>
              <a:rPr lang="es-ES_tradnl" dirty="0" err="1">
                <a:sym typeface="Wingdings" panose="05000000000000000000" pitchFamily="2" charset="2"/>
              </a:rPr>
              <a:t>factoring</a:t>
            </a:r>
            <a:endParaRPr lang="es-ES_tradnl" dirty="0">
              <a:sym typeface="Wingdings" panose="05000000000000000000" pitchFamily="2" charset="2"/>
            </a:endParaRPr>
          </a:p>
          <a:p>
            <a:pPr marL="285750" indent="-285750">
              <a:buFont typeface="Wingdings"/>
              <a:buChar char="à"/>
            </a:pPr>
            <a:r>
              <a:rPr lang="es-ES_tradnl" dirty="0">
                <a:sym typeface="Wingdings" panose="05000000000000000000" pitchFamily="2" charset="2"/>
              </a:rPr>
              <a:t>Los bancos ofrecen a las empresas gestionar sus pagos a proveedores, de manera que el banco se encarga de pagarles en la fecha de vencimiento</a:t>
            </a:r>
          </a:p>
          <a:p>
            <a:pPr marL="285750" indent="-285750">
              <a:buFont typeface="Wingdings"/>
              <a:buChar char="à"/>
            </a:pPr>
            <a:r>
              <a:rPr lang="es-ES_tradnl" dirty="0">
                <a:sym typeface="Wingdings" panose="05000000000000000000" pitchFamily="2" charset="2"/>
              </a:rPr>
              <a:t>Lo ofrecen a empresas que tienen la seguridad que pagarán a sus proveedores</a:t>
            </a:r>
          </a:p>
        </p:txBody>
      </p:sp>
      <p:sp>
        <p:nvSpPr>
          <p:cNvPr id="2" name="9 Flecha izquierda">
            <a:hlinkClick r:id="" action="ppaction://hlinkshowjump?jump=previousslide"/>
            <a:extLst>
              <a:ext uri="{FF2B5EF4-FFF2-40B4-BE49-F238E27FC236}">
                <a16:creationId xmlns:a16="http://schemas.microsoft.com/office/drawing/2014/main" id="{FA447E21-D22C-7FB1-EDA0-601D2DA18100}"/>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3" name="10 Flecha derecha">
            <a:hlinkClick r:id="" action="ppaction://hlinkshowjump?jump=nextslide"/>
            <a:extLst>
              <a:ext uri="{FF2B5EF4-FFF2-40B4-BE49-F238E27FC236}">
                <a16:creationId xmlns:a16="http://schemas.microsoft.com/office/drawing/2014/main" id="{49759E78-4B63-38FD-2A6A-E6095BE719E7}"/>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4" name="5 CuadroTexto">
            <a:hlinkClick r:id="rId2" action="ppaction://hlinksldjump"/>
            <a:extLst>
              <a:ext uri="{FF2B5EF4-FFF2-40B4-BE49-F238E27FC236}">
                <a16:creationId xmlns:a16="http://schemas.microsoft.com/office/drawing/2014/main" id="{E3B8370E-BB03-34C3-B113-0A356601D70A}"/>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6" name="6 Imagen">
            <a:extLst>
              <a:ext uri="{FF2B5EF4-FFF2-40B4-BE49-F238E27FC236}">
                <a16:creationId xmlns:a16="http://schemas.microsoft.com/office/drawing/2014/main" id="{7E06C3F6-D384-2E01-C7BA-1BD3BDDE64C2}"/>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15" name="1 Título">
            <a:extLst>
              <a:ext uri="{FF2B5EF4-FFF2-40B4-BE49-F238E27FC236}">
                <a16:creationId xmlns:a16="http://schemas.microsoft.com/office/drawing/2014/main" id="{AED60C15-066D-3405-157D-377E58A25EF1}"/>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35787969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1 CuadroTexto"/>
          <p:cNvSpPr txBox="1"/>
          <p:nvPr/>
        </p:nvSpPr>
        <p:spPr>
          <a:xfrm>
            <a:off x="227640" y="1988840"/>
            <a:ext cx="8611445" cy="313932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solidFill>
                  <a:srgbClr val="FF0000"/>
                </a:solidFill>
              </a:rPr>
              <a:t>Importante:</a:t>
            </a:r>
          </a:p>
          <a:p>
            <a:pPr algn="ctr"/>
            <a:endParaRPr lang="es-ES_tradnl" b="1" dirty="0">
              <a:solidFill>
                <a:srgbClr val="FF0000"/>
              </a:solidFill>
            </a:endParaRPr>
          </a:p>
          <a:p>
            <a:pPr marL="285750" indent="-285750">
              <a:buFont typeface="Wingdings" panose="05000000000000000000" pitchFamily="2" charset="2"/>
              <a:buChar char="q"/>
            </a:pPr>
            <a:r>
              <a:rPr lang="es-ES_tradnl" dirty="0"/>
              <a:t>Las ayudas públicas no son un fondo para iniciar un negocio </a:t>
            </a:r>
            <a:r>
              <a:rPr lang="es-ES_tradnl" dirty="0">
                <a:sym typeface="Wingdings" panose="05000000000000000000" pitchFamily="2" charset="2"/>
              </a:rPr>
              <a:t> </a:t>
            </a:r>
            <a:r>
              <a:rPr lang="es-ES_tradnl" dirty="0"/>
              <a:t>no se conceden antes de comenzar y abrir la empresa</a:t>
            </a:r>
          </a:p>
          <a:p>
            <a:endParaRPr lang="es-ES_tradnl" dirty="0"/>
          </a:p>
          <a:p>
            <a:pPr marL="285750" indent="-285750">
              <a:buFont typeface="Wingdings" panose="05000000000000000000" pitchFamily="2" charset="2"/>
              <a:buChar char="q"/>
            </a:pPr>
            <a:r>
              <a:rPr lang="es-ES_tradnl" dirty="0"/>
              <a:t>El emprendedor primero debe invertir en su empresa y después solicitar las ayudas si cree que reúne los requisitos</a:t>
            </a:r>
            <a:r>
              <a:rPr lang="es-ES" dirty="0"/>
              <a:t> </a:t>
            </a:r>
            <a:r>
              <a:rPr lang="es-ES" dirty="0">
                <a:sym typeface="Wingdings" panose="05000000000000000000" pitchFamily="2" charset="2"/>
              </a:rPr>
              <a:t> tardan en llegar y suelen exigir una documentación</a:t>
            </a:r>
          </a:p>
          <a:p>
            <a:endParaRPr lang="es-ES" dirty="0">
              <a:sym typeface="Wingdings" panose="05000000000000000000" pitchFamily="2" charset="2"/>
            </a:endParaRPr>
          </a:p>
          <a:p>
            <a:pPr marL="285750" indent="-285750">
              <a:buFont typeface="Wingdings" panose="05000000000000000000" pitchFamily="2" charset="2"/>
              <a:buChar char="q"/>
            </a:pPr>
            <a:r>
              <a:rPr lang="es-ES_tradnl" dirty="0">
                <a:sym typeface="Wingdings" panose="05000000000000000000" pitchFamily="2" charset="2"/>
              </a:rPr>
              <a:t>Las ayudas públicas hay que verlas más como “una reducción” de la inversión y los gastos pagados más que como un capital inicial para que el emprendedor pueda implantar su proyecto</a:t>
            </a:r>
            <a:endParaRPr lang="es-ES_tradnl" dirty="0"/>
          </a:p>
        </p:txBody>
      </p:sp>
      <p:sp>
        <p:nvSpPr>
          <p:cNvPr id="14" name="13 CuadroTexto"/>
          <p:cNvSpPr txBox="1"/>
          <p:nvPr/>
        </p:nvSpPr>
        <p:spPr>
          <a:xfrm>
            <a:off x="227640" y="1076060"/>
            <a:ext cx="8730869"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s-ES_tradnl" dirty="0"/>
              <a:t>Las Administraciones Públicas ofrecen ayudas y subvenciones a los emprendedores</a:t>
            </a:r>
            <a:endParaRPr lang="es-ES" dirty="0"/>
          </a:p>
        </p:txBody>
      </p:sp>
      <p:sp>
        <p:nvSpPr>
          <p:cNvPr id="19" name="18 Rectángulo">
            <a:hlinkClick r:id="rId2" action="ppaction://hlinksldjump"/>
          </p:cNvPr>
          <p:cNvSpPr/>
          <p:nvPr/>
        </p:nvSpPr>
        <p:spPr>
          <a:xfrm>
            <a:off x="1227265" y="5476556"/>
            <a:ext cx="3119316" cy="307777"/>
          </a:xfrm>
          <a:prstGeom prst="rect">
            <a:avLst/>
          </a:prstGeom>
        </p:spPr>
        <p:txBody>
          <a:bodyPr wrap="none">
            <a:spAutoFit/>
          </a:bodyPr>
          <a:lstStyle/>
          <a:p>
            <a:pPr algn="ctr"/>
            <a:r>
              <a:rPr lang="es-ES_tradnl" sz="1400" b="1" dirty="0">
                <a:effectLst>
                  <a:outerShdw blurRad="38100" dist="38100" dir="2700000" algn="tl">
                    <a:srgbClr val="000000">
                      <a:alpha val="43137"/>
                    </a:srgbClr>
                  </a:outerShdw>
                </a:effectLst>
              </a:rPr>
              <a:t>Amplía 1:</a:t>
            </a:r>
            <a:r>
              <a:rPr lang="es-ES_tradnl" sz="1400" b="1" dirty="0">
                <a:solidFill>
                  <a:srgbClr val="C00000"/>
                </a:solidFill>
              </a:rPr>
              <a:t> “Buscador de ayudas: </a:t>
            </a:r>
            <a:r>
              <a:rPr lang="es-ES_tradnl" sz="1400" b="1" dirty="0" err="1">
                <a:solidFill>
                  <a:srgbClr val="C00000"/>
                </a:solidFill>
              </a:rPr>
              <a:t>ipyme</a:t>
            </a:r>
            <a:r>
              <a:rPr lang="es-ES_tradnl" sz="1400" b="1" dirty="0">
                <a:solidFill>
                  <a:srgbClr val="C00000"/>
                </a:solidFill>
              </a:rPr>
              <a:t>”</a:t>
            </a:r>
          </a:p>
        </p:txBody>
      </p:sp>
      <p:pic>
        <p:nvPicPr>
          <p:cNvPr id="20" name="19 Imagen"/>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rot="2666529">
            <a:off x="771030" y="5536496"/>
            <a:ext cx="351794" cy="442037"/>
          </a:xfrm>
          <a:prstGeom prst="rect">
            <a:avLst/>
          </a:prstGeom>
        </p:spPr>
      </p:pic>
      <p:sp>
        <p:nvSpPr>
          <p:cNvPr id="2" name="9 Flecha izquierda">
            <a:hlinkClick r:id="" action="ppaction://hlinkshowjump?jump=previousslide"/>
            <a:extLst>
              <a:ext uri="{FF2B5EF4-FFF2-40B4-BE49-F238E27FC236}">
                <a16:creationId xmlns:a16="http://schemas.microsoft.com/office/drawing/2014/main" id="{493C0F32-4C7B-B57D-3162-57DB2F4FBB38}"/>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3" name="10 Flecha derecha">
            <a:hlinkClick r:id="" action="ppaction://hlinkshowjump?jump=nextslide"/>
            <a:extLst>
              <a:ext uri="{FF2B5EF4-FFF2-40B4-BE49-F238E27FC236}">
                <a16:creationId xmlns:a16="http://schemas.microsoft.com/office/drawing/2014/main" id="{B48EBC67-BABE-226D-F80C-A7DE05210704}"/>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4" name="5 CuadroTexto">
            <a:hlinkClick r:id="rId4" action="ppaction://hlinksldjump"/>
            <a:extLst>
              <a:ext uri="{FF2B5EF4-FFF2-40B4-BE49-F238E27FC236}">
                <a16:creationId xmlns:a16="http://schemas.microsoft.com/office/drawing/2014/main" id="{BDDF4242-70C8-732F-F9AF-53EB90212356}"/>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5" name="6 Imagen">
            <a:extLst>
              <a:ext uri="{FF2B5EF4-FFF2-40B4-BE49-F238E27FC236}">
                <a16:creationId xmlns:a16="http://schemas.microsoft.com/office/drawing/2014/main" id="{B359901F-FDD5-A52E-2730-33B2668B9B15}"/>
              </a:ext>
            </a:extLst>
          </p:cNvPr>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6" name="1 Título">
            <a:extLst>
              <a:ext uri="{FF2B5EF4-FFF2-40B4-BE49-F238E27FC236}">
                <a16:creationId xmlns:a16="http://schemas.microsoft.com/office/drawing/2014/main" id="{3AA4F31B-06A2-CE90-1ADD-29CE49648187}"/>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2115502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13 CuadroTexto"/>
          <p:cNvSpPr txBox="1"/>
          <p:nvPr/>
        </p:nvSpPr>
        <p:spPr>
          <a:xfrm>
            <a:off x="242790" y="911508"/>
            <a:ext cx="8730869"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s-ES_tradnl" dirty="0"/>
              <a:t>Líneas ICO 2025 </a:t>
            </a:r>
            <a:r>
              <a:rPr lang="es-ES_tradnl" dirty="0">
                <a:sym typeface="Wingdings" panose="05000000000000000000" pitchFamily="2" charset="2"/>
              </a:rPr>
              <a:t> Instituto Oficial de Crédito</a:t>
            </a:r>
            <a:endParaRPr lang="es-ES" dirty="0"/>
          </a:p>
        </p:txBody>
      </p:sp>
      <p:graphicFrame>
        <p:nvGraphicFramePr>
          <p:cNvPr id="2" name="1 Diagrama"/>
          <p:cNvGraphicFramePr/>
          <p:nvPr>
            <p:extLst>
              <p:ext uri="{D42A27DB-BD31-4B8C-83A1-F6EECF244321}">
                <p14:modId xmlns:p14="http://schemas.microsoft.com/office/powerpoint/2010/main" val="2825225049"/>
              </p:ext>
            </p:extLst>
          </p:nvPr>
        </p:nvGraphicFramePr>
        <p:xfrm>
          <a:off x="-324544" y="1503231"/>
          <a:ext cx="9283052" cy="43052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9 Flecha izquierda">
            <a:hlinkClick r:id="" action="ppaction://hlinkshowjump?jump=previousslide"/>
            <a:extLst>
              <a:ext uri="{FF2B5EF4-FFF2-40B4-BE49-F238E27FC236}">
                <a16:creationId xmlns:a16="http://schemas.microsoft.com/office/drawing/2014/main" id="{328300D9-DE14-11BF-A786-F161E5ACD8AA}"/>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4" name="10 Flecha derecha">
            <a:hlinkClick r:id="" action="ppaction://hlinkshowjump?jump=nextslide"/>
            <a:extLst>
              <a:ext uri="{FF2B5EF4-FFF2-40B4-BE49-F238E27FC236}">
                <a16:creationId xmlns:a16="http://schemas.microsoft.com/office/drawing/2014/main" id="{94E213D5-BBA0-FD5D-5286-D2F61967FC91}"/>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5" name="5 CuadroTexto">
            <a:hlinkClick r:id="rId7" action="ppaction://hlinksldjump"/>
            <a:extLst>
              <a:ext uri="{FF2B5EF4-FFF2-40B4-BE49-F238E27FC236}">
                <a16:creationId xmlns:a16="http://schemas.microsoft.com/office/drawing/2014/main" id="{CF18E8B0-3A09-D264-FAC6-A34F228CCF6E}"/>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6" name="6 Imagen">
            <a:extLst>
              <a:ext uri="{FF2B5EF4-FFF2-40B4-BE49-F238E27FC236}">
                <a16:creationId xmlns:a16="http://schemas.microsoft.com/office/drawing/2014/main" id="{60763C60-C459-A4D1-4C0F-C447C83CEEBD}"/>
              </a:ext>
            </a:extLst>
          </p:cNvPr>
          <p:cNvPicPr>
            <a:picLocks noChangeAspect="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11" name="1 Título">
            <a:extLst>
              <a:ext uri="{FF2B5EF4-FFF2-40B4-BE49-F238E27FC236}">
                <a16:creationId xmlns:a16="http://schemas.microsoft.com/office/drawing/2014/main" id="{CFF1830E-E372-A875-C921-97031348AC46}"/>
              </a:ext>
            </a:extLst>
          </p:cNvPr>
          <p:cNvSpPr txBox="1">
            <a:spLocks/>
          </p:cNvSpPr>
          <p:nvPr/>
        </p:nvSpPr>
        <p:spPr>
          <a:xfrm>
            <a:off x="35496" y="44624"/>
            <a:ext cx="8229600" cy="504056"/>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4. La financiación de la empresa</a:t>
            </a:r>
          </a:p>
        </p:txBody>
      </p:sp>
    </p:spTree>
    <p:extLst>
      <p:ext uri="{BB962C8B-B14F-4D97-AF65-F5344CB8AC3E}">
        <p14:creationId xmlns:p14="http://schemas.microsoft.com/office/powerpoint/2010/main" val="1845527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5496" y="44624"/>
            <a:ext cx="8229600" cy="504056"/>
          </a:xfrm>
        </p:spPr>
        <p:txBody>
          <a:bodyPr>
            <a:noAutofit/>
          </a:bodyPr>
          <a:lstStyle/>
          <a:p>
            <a:pPr algn="l"/>
            <a:r>
              <a:rPr lang="es-ES_tradnl" sz="2700" b="1" dirty="0"/>
              <a:t>4. La financiación de la empresa: </a:t>
            </a:r>
            <a:r>
              <a:rPr lang="es-ES_tradnl" sz="2700" b="1" dirty="0" err="1"/>
              <a:t>crowfunding</a:t>
            </a:r>
            <a:endParaRPr lang="es-ES_tradnl" sz="2700" b="1" dirty="0"/>
          </a:p>
        </p:txBody>
      </p:sp>
      <p:sp>
        <p:nvSpPr>
          <p:cNvPr id="5" name="4 Marcador de número de diapositiva"/>
          <p:cNvSpPr>
            <a:spLocks noGrp="1"/>
          </p:cNvSpPr>
          <p:nvPr>
            <p:ph type="sldNum" sz="quarter" idx="12"/>
          </p:nvPr>
        </p:nvSpPr>
        <p:spPr/>
        <p:txBody>
          <a:bodyPr/>
          <a:lstStyle/>
          <a:p>
            <a:fld id="{F9A34AD4-DC89-4EDF-8DD1-AAEA993E7D46}" type="slidenum">
              <a:rPr lang="es-ES" smtClean="0"/>
              <a:t>30</a:t>
            </a:fld>
            <a:endParaRPr lang="es-ES" dirty="0"/>
          </a:p>
        </p:txBody>
      </p:sp>
      <p:sp>
        <p:nvSpPr>
          <p:cNvPr id="6" name="5 Marcador de contenido"/>
          <p:cNvSpPr txBox="1">
            <a:spLocks noGrp="1"/>
          </p:cNvSpPr>
          <p:nvPr>
            <p:ph idx="1"/>
          </p:nvPr>
        </p:nvSpPr>
        <p:spPr>
          <a:xfrm>
            <a:off x="539552" y="1196752"/>
            <a:ext cx="8229600" cy="3847207"/>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marL="0" indent="0" algn="ctr">
              <a:buNone/>
            </a:pPr>
            <a:r>
              <a:rPr lang="es-ES_tradnl" sz="2400" dirty="0">
                <a:solidFill>
                  <a:srgbClr val="FF0000"/>
                </a:solidFill>
              </a:rPr>
              <a:t>Financiación colectiva de muchas personas a través de la red</a:t>
            </a:r>
          </a:p>
          <a:p>
            <a:pPr marL="285750" indent="-285750">
              <a:buFont typeface="Wingdings" panose="05000000000000000000" pitchFamily="2" charset="2"/>
              <a:buChar char="q"/>
            </a:pPr>
            <a:r>
              <a:rPr lang="es-ES_tradnl" sz="2000" dirty="0"/>
              <a:t>El emprendedor presenta un proyecto y solicita que cualquier persona pueda realizar una pequeña aportación</a:t>
            </a:r>
          </a:p>
          <a:p>
            <a:pPr marL="285750" indent="-285750">
              <a:buFont typeface="Wingdings" panose="05000000000000000000" pitchFamily="2" charset="2"/>
              <a:buChar char="q"/>
            </a:pPr>
            <a:r>
              <a:rPr lang="es-ES_tradnl" sz="2000" dirty="0"/>
              <a:t>El de recompensa es el más habitual </a:t>
            </a:r>
            <a:r>
              <a:rPr lang="es-ES" sz="2000" dirty="0">
                <a:sym typeface="Wingdings" panose="05000000000000000000" pitchFamily="2" charset="2"/>
              </a:rPr>
              <a:t> ofrecer determinada recompensa según la aportación</a:t>
            </a:r>
          </a:p>
          <a:p>
            <a:pPr marL="285750" indent="-285750">
              <a:buFont typeface="Wingdings" panose="05000000000000000000" pitchFamily="2" charset="2"/>
              <a:buChar char="q"/>
            </a:pPr>
            <a:r>
              <a:rPr lang="es-ES_tradnl" sz="2000" dirty="0">
                <a:sym typeface="Wingdings" panose="05000000000000000000" pitchFamily="2" charset="2"/>
              </a:rPr>
              <a:t>Otros son de inversión, préstamo y de donación</a:t>
            </a:r>
            <a:endParaRPr lang="es-ES" sz="2000" dirty="0">
              <a:sym typeface="Wingdings" panose="05000000000000000000" pitchFamily="2" charset="2"/>
            </a:endParaRPr>
          </a:p>
          <a:p>
            <a:pPr marL="285750" indent="-285750">
              <a:buFont typeface="Wingdings" panose="05000000000000000000" pitchFamily="2" charset="2"/>
              <a:buChar char="q"/>
            </a:pPr>
            <a:r>
              <a:rPr lang="es-ES_tradnl" sz="2000" dirty="0">
                <a:sym typeface="Wingdings" panose="05000000000000000000" pitchFamily="2" charset="2"/>
              </a:rPr>
              <a:t>Elegir plataforma de </a:t>
            </a:r>
            <a:r>
              <a:rPr lang="es-ES_tradnl" sz="2000" dirty="0" err="1">
                <a:sym typeface="Wingdings" panose="05000000000000000000" pitchFamily="2" charset="2"/>
              </a:rPr>
              <a:t>crowdfunding</a:t>
            </a:r>
            <a:r>
              <a:rPr lang="es-ES_tradnl" sz="2000" dirty="0">
                <a:sym typeface="Wingdings" panose="05000000000000000000" pitchFamily="2" charset="2"/>
              </a:rPr>
              <a:t> y ofrecer su proyecto y las recompensas según aportación</a:t>
            </a:r>
          </a:p>
          <a:p>
            <a:pPr marL="285750" indent="-285750">
              <a:buFont typeface="Wingdings" panose="05000000000000000000" pitchFamily="2" charset="2"/>
              <a:buChar char="q"/>
            </a:pPr>
            <a:r>
              <a:rPr lang="es-ES_tradnl" sz="2000" dirty="0">
                <a:sym typeface="Wingdings" panose="05000000000000000000" pitchFamily="2" charset="2"/>
              </a:rPr>
              <a:t>Se indica el plazo para recibir aportaciones, si no se consigue todo el dinero solicitado se devuelve lo recibido, si se consigue se cobra. No recibir más del 125% solicitado.</a:t>
            </a:r>
          </a:p>
        </p:txBody>
      </p:sp>
      <p:sp>
        <p:nvSpPr>
          <p:cNvPr id="3" name="9 Flecha izquierda">
            <a:hlinkClick r:id="" action="ppaction://hlinkshowjump?jump=previousslide"/>
            <a:extLst>
              <a:ext uri="{FF2B5EF4-FFF2-40B4-BE49-F238E27FC236}">
                <a16:creationId xmlns:a16="http://schemas.microsoft.com/office/drawing/2014/main" id="{928CE6EC-0901-682D-A8C7-BBA800DA819F}"/>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4" name="10 Flecha derecha">
            <a:hlinkClick r:id="" action="ppaction://hlinkshowjump?jump=nextslide"/>
            <a:extLst>
              <a:ext uri="{FF2B5EF4-FFF2-40B4-BE49-F238E27FC236}">
                <a16:creationId xmlns:a16="http://schemas.microsoft.com/office/drawing/2014/main" id="{FDC81D92-3706-5DE9-7A7E-5CC8EA3B2739}"/>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7" name="5 CuadroTexto">
            <a:hlinkClick r:id="rId2" action="ppaction://hlinksldjump"/>
            <a:extLst>
              <a:ext uri="{FF2B5EF4-FFF2-40B4-BE49-F238E27FC236}">
                <a16:creationId xmlns:a16="http://schemas.microsoft.com/office/drawing/2014/main" id="{C9F05527-0849-7078-7595-6078BB3CFAF6}"/>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8" name="6 Imagen">
            <a:extLst>
              <a:ext uri="{FF2B5EF4-FFF2-40B4-BE49-F238E27FC236}">
                <a16:creationId xmlns:a16="http://schemas.microsoft.com/office/drawing/2014/main" id="{9275B310-2BD0-C916-104E-816282539C2A}"/>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Tree>
    <p:extLst>
      <p:ext uri="{BB962C8B-B14F-4D97-AF65-F5344CB8AC3E}">
        <p14:creationId xmlns:p14="http://schemas.microsoft.com/office/powerpoint/2010/main" val="25757418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2 Diagrama"/>
          <p:cNvGraphicFramePr/>
          <p:nvPr/>
        </p:nvGraphicFramePr>
        <p:xfrm>
          <a:off x="243370" y="836712"/>
          <a:ext cx="8718891" cy="7575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4 CuadroTexto"/>
          <p:cNvSpPr txBox="1"/>
          <p:nvPr/>
        </p:nvSpPr>
        <p:spPr>
          <a:xfrm>
            <a:off x="243370" y="2409900"/>
            <a:ext cx="1308558" cy="338554"/>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s-ES_tradnl" sz="1600" b="1" dirty="0"/>
              <a:t>Activo</a:t>
            </a:r>
            <a:endParaRPr lang="es-ES" sz="1600" b="1" dirty="0"/>
          </a:p>
        </p:txBody>
      </p:sp>
      <p:sp>
        <p:nvSpPr>
          <p:cNvPr id="8" name="7 CuadroTexto"/>
          <p:cNvSpPr txBox="1"/>
          <p:nvPr/>
        </p:nvSpPr>
        <p:spPr>
          <a:xfrm>
            <a:off x="1641338" y="2427495"/>
            <a:ext cx="4523566"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s-ES_tradnl" sz="1600" dirty="0"/>
              <a:t>Bienes y derechos que posee una empresa</a:t>
            </a:r>
            <a:endParaRPr lang="es-ES" sz="1600" b="1" dirty="0"/>
          </a:p>
        </p:txBody>
      </p:sp>
      <p:graphicFrame>
        <p:nvGraphicFramePr>
          <p:cNvPr id="24" name="23 Diagrama"/>
          <p:cNvGraphicFramePr/>
          <p:nvPr/>
        </p:nvGraphicFramePr>
        <p:xfrm>
          <a:off x="245951" y="1484784"/>
          <a:ext cx="8718891" cy="7575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5" name="24 CuadroTexto"/>
          <p:cNvSpPr txBox="1"/>
          <p:nvPr/>
        </p:nvSpPr>
        <p:spPr>
          <a:xfrm>
            <a:off x="243370" y="2910060"/>
            <a:ext cx="1308558" cy="338554"/>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s-ES_tradnl" sz="1600" b="1" dirty="0"/>
              <a:t>Pasivo</a:t>
            </a:r>
            <a:endParaRPr lang="es-ES" sz="1600" b="1" dirty="0"/>
          </a:p>
        </p:txBody>
      </p:sp>
      <p:sp>
        <p:nvSpPr>
          <p:cNvPr id="30" name="29 CuadroTexto"/>
          <p:cNvSpPr txBox="1"/>
          <p:nvPr/>
        </p:nvSpPr>
        <p:spPr>
          <a:xfrm>
            <a:off x="1641338" y="2910060"/>
            <a:ext cx="2245671"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s-ES_tradnl" sz="1600" dirty="0"/>
              <a:t>Deudas de la empresa</a:t>
            </a:r>
            <a:endParaRPr lang="es-ES" sz="1600" b="1" dirty="0"/>
          </a:p>
        </p:txBody>
      </p:sp>
      <p:sp>
        <p:nvSpPr>
          <p:cNvPr id="31" name="30 CuadroTexto"/>
          <p:cNvSpPr txBox="1"/>
          <p:nvPr/>
        </p:nvSpPr>
        <p:spPr>
          <a:xfrm>
            <a:off x="122877" y="3510535"/>
            <a:ext cx="1808351" cy="338554"/>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s-ES_tradnl" sz="1600" b="1" dirty="0"/>
              <a:t>Patrimonio Neto</a:t>
            </a:r>
            <a:endParaRPr lang="es-ES" sz="1600" b="1" dirty="0"/>
          </a:p>
        </p:txBody>
      </p:sp>
      <p:sp>
        <p:nvSpPr>
          <p:cNvPr id="33" name="32 CuadroTexto"/>
          <p:cNvSpPr txBox="1"/>
          <p:nvPr/>
        </p:nvSpPr>
        <p:spPr>
          <a:xfrm>
            <a:off x="1980067" y="3387425"/>
            <a:ext cx="4768799" cy="58477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s-ES_tradnl" sz="1600" dirty="0"/>
              <a:t>Diferencia entre el activo y el pasivo. </a:t>
            </a:r>
          </a:p>
          <a:p>
            <a:r>
              <a:rPr lang="es-ES_tradnl" sz="1600" dirty="0"/>
              <a:t>Valor contable de lo que vale realmente una empresa</a:t>
            </a:r>
            <a:endParaRPr lang="es-ES" sz="1600" b="1" dirty="0"/>
          </a:p>
        </p:txBody>
      </p:sp>
      <p:sp>
        <p:nvSpPr>
          <p:cNvPr id="38" name="37 CuadroTexto"/>
          <p:cNvSpPr txBox="1"/>
          <p:nvPr/>
        </p:nvSpPr>
        <p:spPr>
          <a:xfrm>
            <a:off x="128542" y="4083835"/>
            <a:ext cx="2384414" cy="338554"/>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r>
              <a:rPr lang="es-ES_tradnl" sz="1600" b="1" dirty="0"/>
              <a:t>Equilibrio del Balance</a:t>
            </a:r>
            <a:endParaRPr lang="es-ES" sz="1600" b="1" dirty="0"/>
          </a:p>
        </p:txBody>
      </p:sp>
      <p:sp>
        <p:nvSpPr>
          <p:cNvPr id="40" name="39 CuadroTexto"/>
          <p:cNvSpPr txBox="1"/>
          <p:nvPr/>
        </p:nvSpPr>
        <p:spPr>
          <a:xfrm>
            <a:off x="2576565" y="4087426"/>
            <a:ext cx="6040346" cy="33855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s-ES_tradnl" sz="1600" dirty="0"/>
              <a:t>Activo es igual al pasivo más el patrimonio neto. Dos columnas iguales</a:t>
            </a:r>
            <a:endParaRPr lang="es-ES" sz="1600" b="1" dirty="0"/>
          </a:p>
        </p:txBody>
      </p:sp>
      <p:sp>
        <p:nvSpPr>
          <p:cNvPr id="6" name="5 CuadroTexto"/>
          <p:cNvSpPr txBox="1"/>
          <p:nvPr/>
        </p:nvSpPr>
        <p:spPr>
          <a:xfrm>
            <a:off x="3168198" y="4518229"/>
            <a:ext cx="2304257" cy="156966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endParaRPr lang="es-ES_tradnl" sz="1600" b="1" dirty="0"/>
          </a:p>
          <a:p>
            <a:pPr algn="ctr"/>
            <a:endParaRPr lang="es-ES_tradnl" sz="1600" b="1" dirty="0"/>
          </a:p>
          <a:p>
            <a:pPr algn="ctr"/>
            <a:r>
              <a:rPr lang="es-ES_tradnl" sz="1600" b="1" dirty="0"/>
              <a:t>ACTIVO</a:t>
            </a:r>
          </a:p>
          <a:p>
            <a:pPr algn="ctr"/>
            <a:r>
              <a:rPr lang="es-ES_tradnl" sz="1600" dirty="0"/>
              <a:t>(bienes y derechos)</a:t>
            </a:r>
          </a:p>
          <a:p>
            <a:pPr algn="ctr"/>
            <a:endParaRPr lang="es-ES_tradnl" sz="800" dirty="0"/>
          </a:p>
          <a:p>
            <a:pPr algn="ctr"/>
            <a:endParaRPr lang="es-ES_tradnl" sz="1600" dirty="0"/>
          </a:p>
          <a:p>
            <a:pPr algn="ctr"/>
            <a:endParaRPr lang="es-ES" sz="800" dirty="0"/>
          </a:p>
        </p:txBody>
      </p:sp>
      <p:sp>
        <p:nvSpPr>
          <p:cNvPr id="41" name="40 CuadroTexto"/>
          <p:cNvSpPr txBox="1"/>
          <p:nvPr/>
        </p:nvSpPr>
        <p:spPr>
          <a:xfrm>
            <a:off x="5596738" y="4518229"/>
            <a:ext cx="2304257" cy="830997"/>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s-ES_tradnl" sz="1600" b="1" dirty="0"/>
              <a:t>PATRIMONIO NETO</a:t>
            </a:r>
          </a:p>
          <a:p>
            <a:pPr algn="ctr"/>
            <a:r>
              <a:rPr lang="es-ES_tradnl" sz="1600" dirty="0"/>
              <a:t>(Valor contable real de la empresa)</a:t>
            </a:r>
            <a:endParaRPr lang="es-ES" sz="1600" dirty="0"/>
          </a:p>
        </p:txBody>
      </p:sp>
      <p:sp>
        <p:nvSpPr>
          <p:cNvPr id="42" name="41 CuadroTexto"/>
          <p:cNvSpPr txBox="1"/>
          <p:nvPr/>
        </p:nvSpPr>
        <p:spPr>
          <a:xfrm>
            <a:off x="5596736" y="5366961"/>
            <a:ext cx="2304257" cy="70788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s-ES_tradnl" sz="1600" b="1" dirty="0"/>
              <a:t>PASIVO</a:t>
            </a:r>
          </a:p>
          <a:p>
            <a:pPr algn="ctr"/>
            <a:r>
              <a:rPr lang="es-ES_tradnl" sz="1600" dirty="0"/>
              <a:t>(deudas)</a:t>
            </a:r>
          </a:p>
          <a:p>
            <a:pPr algn="ctr"/>
            <a:endParaRPr lang="es-ES" sz="800" dirty="0"/>
          </a:p>
        </p:txBody>
      </p:sp>
      <p:sp>
        <p:nvSpPr>
          <p:cNvPr id="4" name="9 Flecha izquierda">
            <a:hlinkClick r:id="" action="ppaction://hlinkshowjump?jump=previousslide"/>
            <a:extLst>
              <a:ext uri="{FF2B5EF4-FFF2-40B4-BE49-F238E27FC236}">
                <a16:creationId xmlns:a16="http://schemas.microsoft.com/office/drawing/2014/main" id="{FF6FC51F-EFFC-D96B-D35A-7258DB9C2905}"/>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7" name="10 Flecha derecha">
            <a:hlinkClick r:id="" action="ppaction://hlinkshowjump?jump=nextslide"/>
            <a:extLst>
              <a:ext uri="{FF2B5EF4-FFF2-40B4-BE49-F238E27FC236}">
                <a16:creationId xmlns:a16="http://schemas.microsoft.com/office/drawing/2014/main" id="{DD8DD64B-3B91-8023-3D08-70D30D9627C5}"/>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9" name="5 CuadroTexto">
            <a:hlinkClick r:id="rId12" action="ppaction://hlinksldjump"/>
            <a:extLst>
              <a:ext uri="{FF2B5EF4-FFF2-40B4-BE49-F238E27FC236}">
                <a16:creationId xmlns:a16="http://schemas.microsoft.com/office/drawing/2014/main" id="{07F0F678-21CC-B758-8358-2B2372C2D79A}"/>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10" name="6 Imagen">
            <a:extLst>
              <a:ext uri="{FF2B5EF4-FFF2-40B4-BE49-F238E27FC236}">
                <a16:creationId xmlns:a16="http://schemas.microsoft.com/office/drawing/2014/main" id="{0E0C865D-47BB-CFFE-5580-1C521482A739}"/>
              </a:ext>
            </a:extLst>
          </p:cNvPr>
          <p:cNvPicPr>
            <a:picLocks noChangeAspect="1"/>
          </p:cNvPicPr>
          <p:nvPr/>
        </p:nvPicPr>
        <p:blipFill>
          <a:blip r:embed="rId1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11" name="1 Título">
            <a:extLst>
              <a:ext uri="{FF2B5EF4-FFF2-40B4-BE49-F238E27FC236}">
                <a16:creationId xmlns:a16="http://schemas.microsoft.com/office/drawing/2014/main" id="{9D4E0205-7412-336D-A8D2-56E525678467}"/>
              </a:ext>
            </a:extLst>
          </p:cNvPr>
          <p:cNvSpPr txBox="1">
            <a:spLocks/>
          </p:cNvSpPr>
          <p:nvPr/>
        </p:nvSpPr>
        <p:spPr>
          <a:xfrm>
            <a:off x="35496" y="42626"/>
            <a:ext cx="8229600" cy="51385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5. El balance de situación</a:t>
            </a:r>
          </a:p>
        </p:txBody>
      </p:sp>
    </p:spTree>
    <p:extLst>
      <p:ext uri="{BB962C8B-B14F-4D97-AF65-F5344CB8AC3E}">
        <p14:creationId xmlns:p14="http://schemas.microsoft.com/office/powerpoint/2010/main" val="374346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1 Diagrama"/>
          <p:cNvGraphicFramePr/>
          <p:nvPr/>
        </p:nvGraphicFramePr>
        <p:xfrm>
          <a:off x="148256" y="1052736"/>
          <a:ext cx="8816232" cy="51125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2 CuadroTexto"/>
          <p:cNvSpPr txBox="1"/>
          <p:nvPr/>
        </p:nvSpPr>
        <p:spPr>
          <a:xfrm>
            <a:off x="3607715" y="682660"/>
            <a:ext cx="1851296"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r>
              <a:rPr lang="es-ES_tradnl" b="1" dirty="0"/>
              <a:t>ACTIVO</a:t>
            </a:r>
            <a:endParaRPr lang="es-ES" b="1" dirty="0"/>
          </a:p>
        </p:txBody>
      </p:sp>
      <p:sp>
        <p:nvSpPr>
          <p:cNvPr id="11" name="10 CuadroTexto"/>
          <p:cNvSpPr txBox="1"/>
          <p:nvPr/>
        </p:nvSpPr>
        <p:spPr>
          <a:xfrm>
            <a:off x="5580112" y="682660"/>
            <a:ext cx="3384376" cy="369332"/>
          </a:xfrm>
          <a:prstGeom prst="rect">
            <a:avLst/>
          </a:prstGeom>
          <a:noFill/>
        </p:spPr>
        <p:txBody>
          <a:bodyPr wrap="square" rtlCol="0">
            <a:spAutoFit/>
          </a:bodyPr>
          <a:lstStyle/>
          <a:p>
            <a:r>
              <a:rPr lang="es-ES_tradnl" dirty="0"/>
              <a:t>Bienes de inversión</a:t>
            </a:r>
            <a:endParaRPr lang="es-ES" dirty="0"/>
          </a:p>
        </p:txBody>
      </p:sp>
      <p:sp>
        <p:nvSpPr>
          <p:cNvPr id="4" name="9 Flecha izquierda">
            <a:hlinkClick r:id="" action="ppaction://hlinkshowjump?jump=previousslide"/>
            <a:extLst>
              <a:ext uri="{FF2B5EF4-FFF2-40B4-BE49-F238E27FC236}">
                <a16:creationId xmlns:a16="http://schemas.microsoft.com/office/drawing/2014/main" id="{0AF75E36-3F57-4ABE-9F3D-9220B38D6302}"/>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9" name="10 Flecha derecha">
            <a:hlinkClick r:id="" action="ppaction://hlinkshowjump?jump=nextslide"/>
            <a:extLst>
              <a:ext uri="{FF2B5EF4-FFF2-40B4-BE49-F238E27FC236}">
                <a16:creationId xmlns:a16="http://schemas.microsoft.com/office/drawing/2014/main" id="{D8EC9BCB-15D3-2BEA-3F7C-F558B7612FDC}"/>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10" name="5 CuadroTexto">
            <a:hlinkClick r:id="rId7" action="ppaction://hlinksldjump"/>
            <a:extLst>
              <a:ext uri="{FF2B5EF4-FFF2-40B4-BE49-F238E27FC236}">
                <a16:creationId xmlns:a16="http://schemas.microsoft.com/office/drawing/2014/main" id="{3FC2839F-A775-DBFC-813A-9B940387EEDE}"/>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12" name="6 Imagen">
            <a:extLst>
              <a:ext uri="{FF2B5EF4-FFF2-40B4-BE49-F238E27FC236}">
                <a16:creationId xmlns:a16="http://schemas.microsoft.com/office/drawing/2014/main" id="{3D4B2632-FCCD-CE39-4F76-5BEC6C84F1EB}"/>
              </a:ext>
            </a:extLst>
          </p:cNvPr>
          <p:cNvPicPr>
            <a:picLocks noChangeAspect="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13" name="1 Título">
            <a:extLst>
              <a:ext uri="{FF2B5EF4-FFF2-40B4-BE49-F238E27FC236}">
                <a16:creationId xmlns:a16="http://schemas.microsoft.com/office/drawing/2014/main" id="{621EA79F-89B9-69E7-8CA0-7106921BF90C}"/>
              </a:ext>
            </a:extLst>
          </p:cNvPr>
          <p:cNvSpPr txBox="1">
            <a:spLocks/>
          </p:cNvSpPr>
          <p:nvPr/>
        </p:nvSpPr>
        <p:spPr>
          <a:xfrm>
            <a:off x="35496" y="42626"/>
            <a:ext cx="8229600" cy="51385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5. El balance de situación</a:t>
            </a:r>
          </a:p>
        </p:txBody>
      </p:sp>
    </p:spTree>
    <p:extLst>
      <p:ext uri="{BB962C8B-B14F-4D97-AF65-F5344CB8AC3E}">
        <p14:creationId xmlns:p14="http://schemas.microsoft.com/office/powerpoint/2010/main" val="10061511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9 Diagrama"/>
          <p:cNvGraphicFramePr/>
          <p:nvPr/>
        </p:nvGraphicFramePr>
        <p:xfrm>
          <a:off x="148256" y="1052736"/>
          <a:ext cx="8816232" cy="51125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11 CuadroTexto"/>
          <p:cNvSpPr txBox="1"/>
          <p:nvPr/>
        </p:nvSpPr>
        <p:spPr>
          <a:xfrm>
            <a:off x="3607715" y="867326"/>
            <a:ext cx="1851296"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r>
              <a:rPr lang="es-ES_tradnl" b="1" dirty="0"/>
              <a:t>PASIVO</a:t>
            </a:r>
            <a:endParaRPr lang="es-ES" b="1" dirty="0"/>
          </a:p>
        </p:txBody>
      </p:sp>
      <p:sp>
        <p:nvSpPr>
          <p:cNvPr id="2" name="1 CuadroTexto"/>
          <p:cNvSpPr txBox="1"/>
          <p:nvPr/>
        </p:nvSpPr>
        <p:spPr>
          <a:xfrm>
            <a:off x="5580112" y="867326"/>
            <a:ext cx="3384376" cy="369332"/>
          </a:xfrm>
          <a:prstGeom prst="rect">
            <a:avLst/>
          </a:prstGeom>
          <a:noFill/>
        </p:spPr>
        <p:txBody>
          <a:bodyPr wrap="square" rtlCol="0">
            <a:spAutoFit/>
          </a:bodyPr>
          <a:lstStyle/>
          <a:p>
            <a:r>
              <a:rPr lang="es-ES_tradnl" dirty="0"/>
              <a:t>Fuentes de financiación externas</a:t>
            </a:r>
            <a:endParaRPr lang="es-ES" dirty="0"/>
          </a:p>
        </p:txBody>
      </p:sp>
      <p:sp>
        <p:nvSpPr>
          <p:cNvPr id="3" name="9 Flecha izquierda">
            <a:hlinkClick r:id="" action="ppaction://hlinkshowjump?jump=previousslide"/>
            <a:extLst>
              <a:ext uri="{FF2B5EF4-FFF2-40B4-BE49-F238E27FC236}">
                <a16:creationId xmlns:a16="http://schemas.microsoft.com/office/drawing/2014/main" id="{60F2EA45-D929-0973-0980-E0DB0AD84C34}"/>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4" name="10 Flecha derecha">
            <a:hlinkClick r:id="" action="ppaction://hlinkshowjump?jump=nextslide"/>
            <a:extLst>
              <a:ext uri="{FF2B5EF4-FFF2-40B4-BE49-F238E27FC236}">
                <a16:creationId xmlns:a16="http://schemas.microsoft.com/office/drawing/2014/main" id="{69A9E24E-4176-A039-3F09-F7979DD0DA3C}"/>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5" name="5 CuadroTexto">
            <a:hlinkClick r:id="rId7" action="ppaction://hlinksldjump"/>
            <a:extLst>
              <a:ext uri="{FF2B5EF4-FFF2-40B4-BE49-F238E27FC236}">
                <a16:creationId xmlns:a16="http://schemas.microsoft.com/office/drawing/2014/main" id="{608BC203-F7BD-F69D-4F2B-AE1BC21A296C}"/>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11" name="6 Imagen">
            <a:extLst>
              <a:ext uri="{FF2B5EF4-FFF2-40B4-BE49-F238E27FC236}">
                <a16:creationId xmlns:a16="http://schemas.microsoft.com/office/drawing/2014/main" id="{892E3E5E-5458-C4B0-AE57-4109C1E84D5A}"/>
              </a:ext>
            </a:extLst>
          </p:cNvPr>
          <p:cNvPicPr>
            <a:picLocks noChangeAspect="1"/>
          </p:cNvPicPr>
          <p:nvPr/>
        </p:nvPicPr>
        <p:blipFill>
          <a:blip r:embed="rId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13" name="1 Título">
            <a:extLst>
              <a:ext uri="{FF2B5EF4-FFF2-40B4-BE49-F238E27FC236}">
                <a16:creationId xmlns:a16="http://schemas.microsoft.com/office/drawing/2014/main" id="{E35A2415-F882-2288-0515-27E27CF4995F}"/>
              </a:ext>
            </a:extLst>
          </p:cNvPr>
          <p:cNvSpPr txBox="1">
            <a:spLocks/>
          </p:cNvSpPr>
          <p:nvPr/>
        </p:nvSpPr>
        <p:spPr>
          <a:xfrm>
            <a:off x="35496" y="42626"/>
            <a:ext cx="8229600" cy="51385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5. El balance de situación</a:t>
            </a:r>
          </a:p>
        </p:txBody>
      </p:sp>
    </p:spTree>
    <p:extLst>
      <p:ext uri="{BB962C8B-B14F-4D97-AF65-F5344CB8AC3E}">
        <p14:creationId xmlns:p14="http://schemas.microsoft.com/office/powerpoint/2010/main" val="9164051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1 Título"/>
          <p:cNvSpPr txBox="1">
            <a:spLocks/>
          </p:cNvSpPr>
          <p:nvPr/>
        </p:nvSpPr>
        <p:spPr>
          <a:xfrm>
            <a:off x="35496" y="42626"/>
            <a:ext cx="8229600" cy="51385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5. El balance de situación</a:t>
            </a:r>
          </a:p>
        </p:txBody>
      </p:sp>
      <p:graphicFrame>
        <p:nvGraphicFramePr>
          <p:cNvPr id="26" name="25 Diagrama"/>
          <p:cNvGraphicFramePr/>
          <p:nvPr/>
        </p:nvGraphicFramePr>
        <p:xfrm>
          <a:off x="166858" y="1916832"/>
          <a:ext cx="8816232" cy="16561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7" name="26 CuadroTexto"/>
          <p:cNvSpPr txBox="1"/>
          <p:nvPr/>
        </p:nvSpPr>
        <p:spPr>
          <a:xfrm>
            <a:off x="2625910" y="1051992"/>
            <a:ext cx="2404951"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r>
              <a:rPr lang="es-ES_tradnl" b="1" dirty="0"/>
              <a:t>EL PATRIMONIO NETO</a:t>
            </a:r>
            <a:endParaRPr lang="es-ES" b="1" dirty="0"/>
          </a:p>
        </p:txBody>
      </p:sp>
      <p:sp>
        <p:nvSpPr>
          <p:cNvPr id="31" name="30 CuadroTexto"/>
          <p:cNvSpPr txBox="1"/>
          <p:nvPr/>
        </p:nvSpPr>
        <p:spPr>
          <a:xfrm>
            <a:off x="5340168" y="1051992"/>
            <a:ext cx="3384376" cy="369332"/>
          </a:xfrm>
          <a:prstGeom prst="rect">
            <a:avLst/>
          </a:prstGeom>
          <a:noFill/>
        </p:spPr>
        <p:txBody>
          <a:bodyPr wrap="square" rtlCol="0">
            <a:spAutoFit/>
          </a:bodyPr>
          <a:lstStyle/>
          <a:p>
            <a:r>
              <a:rPr lang="es-ES_tradnl" dirty="0"/>
              <a:t>Fuentes de financiación propias</a:t>
            </a:r>
            <a:endParaRPr lang="es-ES" dirty="0"/>
          </a:p>
        </p:txBody>
      </p:sp>
      <p:sp>
        <p:nvSpPr>
          <p:cNvPr id="32" name="31 CuadroTexto"/>
          <p:cNvSpPr txBox="1"/>
          <p:nvPr/>
        </p:nvSpPr>
        <p:spPr>
          <a:xfrm>
            <a:off x="517564" y="4437112"/>
            <a:ext cx="7942867" cy="646331"/>
          </a:xfrm>
          <a:prstGeom prst="rect">
            <a:avLst/>
          </a:prstGeom>
          <a:noFill/>
        </p:spPr>
        <p:txBody>
          <a:bodyPr wrap="square" rtlCol="0">
            <a:spAutoFit/>
          </a:bodyPr>
          <a:lstStyle/>
          <a:p>
            <a:r>
              <a:rPr lang="es-ES_tradnl" dirty="0"/>
              <a:t>Las amortizaciones, a pesar de ser una fuente de financiación propia, se anotan debajo de cada activo disminuyendo su valor</a:t>
            </a:r>
            <a:endParaRPr lang="es-ES" dirty="0"/>
          </a:p>
        </p:txBody>
      </p:sp>
      <p:sp>
        <p:nvSpPr>
          <p:cNvPr id="2" name="9 Flecha izquierda">
            <a:hlinkClick r:id="" action="ppaction://hlinkshowjump?jump=previousslide"/>
            <a:extLst>
              <a:ext uri="{FF2B5EF4-FFF2-40B4-BE49-F238E27FC236}">
                <a16:creationId xmlns:a16="http://schemas.microsoft.com/office/drawing/2014/main" id="{AA2EFA4C-CB2F-40BC-BC21-A854EDFD97C1}"/>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3" name="10 Flecha derecha">
            <a:hlinkClick r:id="" action="ppaction://hlinkshowjump?jump=nextslide"/>
            <a:extLst>
              <a:ext uri="{FF2B5EF4-FFF2-40B4-BE49-F238E27FC236}">
                <a16:creationId xmlns:a16="http://schemas.microsoft.com/office/drawing/2014/main" id="{A4B9B0E8-CE07-391E-C82F-4F31444E078A}"/>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4" name="5 CuadroTexto">
            <a:hlinkClick r:id="rId8" action="ppaction://hlinksldjump"/>
            <a:extLst>
              <a:ext uri="{FF2B5EF4-FFF2-40B4-BE49-F238E27FC236}">
                <a16:creationId xmlns:a16="http://schemas.microsoft.com/office/drawing/2014/main" id="{BBA571C9-A813-B7CC-EC8D-B09B6209D7CC}"/>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5" name="6 Imagen">
            <a:extLst>
              <a:ext uri="{FF2B5EF4-FFF2-40B4-BE49-F238E27FC236}">
                <a16:creationId xmlns:a16="http://schemas.microsoft.com/office/drawing/2014/main" id="{2A8B9BD7-BFA5-152F-0113-E1BE8B8D4AE1}"/>
              </a:ext>
            </a:extLst>
          </p:cNvPr>
          <p:cNvPicPr>
            <a:picLocks noChangeAspect="1"/>
          </p:cNvPicPr>
          <p:nvPr/>
        </p:nvPicPr>
        <p:blipFill>
          <a:blip r:embed="rId9"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Tree>
    <p:extLst>
      <p:ext uri="{BB962C8B-B14F-4D97-AF65-F5344CB8AC3E}">
        <p14:creationId xmlns:p14="http://schemas.microsoft.com/office/powerpoint/2010/main" val="5782490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1 Título"/>
          <p:cNvSpPr txBox="1">
            <a:spLocks/>
          </p:cNvSpPr>
          <p:nvPr/>
        </p:nvSpPr>
        <p:spPr>
          <a:xfrm>
            <a:off x="35496" y="42626"/>
            <a:ext cx="8995744" cy="490844"/>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6. La cuenta de resultados (o pérdidas y ganancias)</a:t>
            </a:r>
          </a:p>
        </p:txBody>
      </p:sp>
      <p:sp>
        <p:nvSpPr>
          <p:cNvPr id="2" name="1 CuadroTexto"/>
          <p:cNvSpPr txBox="1"/>
          <p:nvPr/>
        </p:nvSpPr>
        <p:spPr>
          <a:xfrm>
            <a:off x="148256" y="752794"/>
            <a:ext cx="8816232" cy="132343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Wingdings" panose="05000000000000000000" pitchFamily="2" charset="2"/>
              <a:buChar char="§"/>
            </a:pPr>
            <a:r>
              <a:rPr lang="es-ES_tradnl" sz="1600" dirty="0"/>
              <a:t>Ingresos y gastos que ha tenido la empresa a lo largo del año (beneficio o pérdidas)</a:t>
            </a:r>
          </a:p>
          <a:p>
            <a:pPr marL="285750" indent="-285750">
              <a:buFont typeface="Wingdings" panose="05000000000000000000" pitchFamily="2" charset="2"/>
              <a:buChar char="§"/>
            </a:pPr>
            <a:r>
              <a:rPr lang="es-ES_tradnl" sz="1600" dirty="0"/>
              <a:t>Figura en el patrimonio neto </a:t>
            </a:r>
            <a:r>
              <a:rPr lang="es-ES_tradnl" sz="1600" dirty="0">
                <a:sym typeface="Wingdings" panose="05000000000000000000" pitchFamily="2" charset="2"/>
              </a:rPr>
              <a:t> (NO solo gasto – ingresos)</a:t>
            </a:r>
          </a:p>
          <a:p>
            <a:pPr algn="ctr"/>
            <a:r>
              <a:rPr lang="es-ES_tradnl" sz="1600" b="1" dirty="0">
                <a:effectLst>
                  <a:outerShdw blurRad="38100" dist="38100" dir="2700000" algn="tl">
                    <a:srgbClr val="000000">
                      <a:alpha val="43137"/>
                    </a:srgbClr>
                  </a:outerShdw>
                </a:effectLst>
                <a:sym typeface="Wingdings" panose="05000000000000000000" pitchFamily="2" charset="2"/>
              </a:rPr>
              <a:t>Estructura de la cuenta de pérdidas y ganancias</a:t>
            </a:r>
            <a:r>
              <a:rPr lang="es-ES_tradnl" sz="1600" dirty="0">
                <a:sym typeface="Wingdings" panose="05000000000000000000" pitchFamily="2" charset="2"/>
              </a:rPr>
              <a:t>: </a:t>
            </a:r>
          </a:p>
          <a:p>
            <a:r>
              <a:rPr lang="es-ES_tradnl" sz="1600" b="1" dirty="0">
                <a:sym typeface="Wingdings" panose="05000000000000000000" pitchFamily="2" charset="2"/>
              </a:rPr>
              <a:t>1º) </a:t>
            </a:r>
            <a:r>
              <a:rPr lang="es-ES_tradnl" sz="1600" dirty="0">
                <a:sym typeface="Wingdings" panose="05000000000000000000" pitchFamily="2" charset="2"/>
              </a:rPr>
              <a:t>separar gastos e ingresos de explotación de los financieros </a:t>
            </a:r>
            <a:r>
              <a:rPr lang="es-ES_tradnl" sz="1600" b="1" dirty="0">
                <a:sym typeface="Wingdings" panose="05000000000000000000" pitchFamily="2" charset="2"/>
              </a:rPr>
              <a:t>2º)</a:t>
            </a:r>
            <a:r>
              <a:rPr lang="es-ES_tradnl" sz="1600" dirty="0">
                <a:sym typeface="Wingdings" panose="05000000000000000000" pitchFamily="2" charset="2"/>
              </a:rPr>
              <a:t> sumar ambos y dará resultado antes de impuestos  </a:t>
            </a:r>
            <a:r>
              <a:rPr lang="es-ES_tradnl" sz="1600" b="1" dirty="0">
                <a:sym typeface="Wingdings" panose="05000000000000000000" pitchFamily="2" charset="2"/>
              </a:rPr>
              <a:t>3º)</a:t>
            </a:r>
            <a:r>
              <a:rPr lang="es-ES_tradnl" sz="1600" dirty="0">
                <a:sym typeface="Wingdings" panose="05000000000000000000" pitchFamily="2" charset="2"/>
              </a:rPr>
              <a:t> calculamos los impuestos y se le restan y dará resultado del ejercicio.</a:t>
            </a:r>
            <a:endParaRPr lang="es-ES" sz="1600" dirty="0"/>
          </a:p>
        </p:txBody>
      </p:sp>
      <p:graphicFrame>
        <p:nvGraphicFramePr>
          <p:cNvPr id="3" name="2 Tabla"/>
          <p:cNvGraphicFramePr>
            <a:graphicFrameLocks noGrp="1"/>
          </p:cNvGraphicFramePr>
          <p:nvPr/>
        </p:nvGraphicFramePr>
        <p:xfrm>
          <a:off x="148256" y="2163665"/>
          <a:ext cx="8816232" cy="3835400"/>
        </p:xfrm>
        <a:graphic>
          <a:graphicData uri="http://schemas.openxmlformats.org/drawingml/2006/table">
            <a:tbl>
              <a:tblPr firstRow="1" bandRow="1">
                <a:tableStyleId>{5C22544A-7EE6-4342-B048-85BDC9FD1C3A}</a:tableStyleId>
              </a:tblPr>
              <a:tblGrid>
                <a:gridCol w="2983584">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tblGrid>
              <a:tr h="288032">
                <a:tc>
                  <a:txBody>
                    <a:bodyPr/>
                    <a:lstStyle/>
                    <a:p>
                      <a:pPr algn="l"/>
                      <a:r>
                        <a:rPr lang="es-ES_tradnl" sz="1600" b="1" dirty="0">
                          <a:solidFill>
                            <a:schemeClr val="bg1"/>
                          </a:solidFill>
                        </a:rPr>
                        <a:t>Ingresos de explotación</a:t>
                      </a:r>
                      <a:endParaRPr lang="es-ES" sz="1600" b="1" dirty="0">
                        <a:solidFill>
                          <a:schemeClr val="bg1"/>
                        </a:solidFill>
                      </a:endParaRPr>
                    </a:p>
                  </a:txBody>
                  <a:tcPr anchor="ctr"/>
                </a:tc>
                <a:tc>
                  <a:txBody>
                    <a:bodyPr/>
                    <a:lstStyle/>
                    <a:p>
                      <a:pPr algn="l"/>
                      <a:r>
                        <a:rPr lang="es-ES_tradnl" sz="1600" b="0" dirty="0">
                          <a:solidFill>
                            <a:schemeClr val="tx1"/>
                          </a:solidFill>
                        </a:rPr>
                        <a:t>Ventas / ingresos</a:t>
                      </a:r>
                      <a:endParaRPr lang="es-ES" sz="1600" b="0" dirty="0">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10000"/>
                  </a:ext>
                </a:extLst>
              </a:tr>
              <a:tr h="370840">
                <a:tc>
                  <a:txBody>
                    <a:bodyPr/>
                    <a:lstStyle/>
                    <a:p>
                      <a:pPr algn="l"/>
                      <a:r>
                        <a:rPr lang="es-ES_tradnl" sz="1600" b="1" dirty="0">
                          <a:solidFill>
                            <a:schemeClr val="bg1"/>
                          </a:solidFill>
                        </a:rPr>
                        <a:t>Gastos de explotación</a:t>
                      </a:r>
                      <a:endParaRPr lang="es-ES" sz="1600" b="1" dirty="0">
                        <a:solidFill>
                          <a:schemeClr val="bg1"/>
                        </a:solidFill>
                      </a:endParaRPr>
                    </a:p>
                  </a:txBody>
                  <a:tcPr anchor="ctr">
                    <a:solidFill>
                      <a:schemeClr val="accent1"/>
                    </a:solidFill>
                  </a:tcPr>
                </a:tc>
                <a:tc>
                  <a:txBody>
                    <a:bodyPr/>
                    <a:lstStyle/>
                    <a:p>
                      <a:pPr algn="l"/>
                      <a:r>
                        <a:rPr lang="es-ES_tradnl" sz="1600" b="0" dirty="0">
                          <a:solidFill>
                            <a:schemeClr val="tx1"/>
                          </a:solidFill>
                        </a:rPr>
                        <a:t>Compras de mercaderías y materiales / consumo de mercaderías y materiales / Alquileres/Nóminas</a:t>
                      </a:r>
                      <a:r>
                        <a:rPr lang="es-ES_tradnl" sz="1600" b="0" baseline="0" dirty="0">
                          <a:solidFill>
                            <a:schemeClr val="tx1"/>
                          </a:solidFill>
                        </a:rPr>
                        <a:t> (Ser. Social y cuota autónomos) / </a:t>
                      </a:r>
                      <a:r>
                        <a:rPr lang="es-ES_tradnl" sz="1600" b="0" baseline="0" dirty="0" err="1">
                          <a:solidFill>
                            <a:schemeClr val="tx1"/>
                          </a:solidFill>
                        </a:rPr>
                        <a:t>Serv</a:t>
                      </a:r>
                      <a:r>
                        <a:rPr lang="es-ES_tradnl" sz="1600" b="0" baseline="0" dirty="0">
                          <a:solidFill>
                            <a:schemeClr val="tx1"/>
                          </a:solidFill>
                        </a:rPr>
                        <a:t>. Profesionales / Publicidad/ Seguros/ Suministros/ Reparaciones/ Transportes/ Tributos/ Material de oficina/ Amortizaciones / Gastos excepcionales</a:t>
                      </a:r>
                      <a:endParaRPr lang="es-ES" sz="1600" b="0" dirty="0">
                        <a:solidFill>
                          <a:schemeClr val="tx1"/>
                        </a:solidFill>
                      </a:endParaRPr>
                    </a:p>
                  </a:txBody>
                  <a:tcPr/>
                </a:tc>
                <a:extLst>
                  <a:ext uri="{0D108BD9-81ED-4DB2-BD59-A6C34878D82A}">
                    <a16:rowId xmlns:a16="http://schemas.microsoft.com/office/drawing/2014/main" val="10001"/>
                  </a:ext>
                </a:extLst>
              </a:tr>
              <a:tr h="370840">
                <a:tc>
                  <a:txBody>
                    <a:bodyPr/>
                    <a:lstStyle/>
                    <a:p>
                      <a:pPr algn="l"/>
                      <a:r>
                        <a:rPr lang="es-ES_tradnl" sz="1600" b="1" dirty="0">
                          <a:solidFill>
                            <a:schemeClr val="bg1"/>
                          </a:solidFill>
                        </a:rPr>
                        <a:t>Resultado de explotación</a:t>
                      </a:r>
                      <a:endParaRPr lang="es-ES" sz="1600" b="1" dirty="0">
                        <a:solidFill>
                          <a:schemeClr val="bg1"/>
                        </a:solidFill>
                      </a:endParaRPr>
                    </a:p>
                  </a:txBody>
                  <a:tcPr anchor="ctr">
                    <a:solidFill>
                      <a:schemeClr val="accent3"/>
                    </a:solidFill>
                  </a:tcPr>
                </a:tc>
                <a:tc>
                  <a:txBody>
                    <a:bodyPr/>
                    <a:lstStyle/>
                    <a:p>
                      <a:pPr algn="l"/>
                      <a:r>
                        <a:rPr lang="es-ES_tradnl" sz="1600" b="0" dirty="0">
                          <a:solidFill>
                            <a:schemeClr val="tx1"/>
                          </a:solidFill>
                        </a:rPr>
                        <a:t>Ingresos menos</a:t>
                      </a:r>
                      <a:r>
                        <a:rPr lang="es-ES_tradnl" sz="1600" b="0" baseline="0" dirty="0">
                          <a:solidFill>
                            <a:schemeClr val="tx1"/>
                          </a:solidFill>
                        </a:rPr>
                        <a:t> gastos de explotación</a:t>
                      </a:r>
                      <a:endParaRPr lang="es-ES" sz="1600" b="0" dirty="0">
                        <a:solidFill>
                          <a:schemeClr val="tx1"/>
                        </a:solidFill>
                      </a:endParaRPr>
                    </a:p>
                  </a:txBody>
                  <a:tcPr/>
                </a:tc>
                <a:extLst>
                  <a:ext uri="{0D108BD9-81ED-4DB2-BD59-A6C34878D82A}">
                    <a16:rowId xmlns:a16="http://schemas.microsoft.com/office/drawing/2014/main" val="10002"/>
                  </a:ext>
                </a:extLst>
              </a:tr>
              <a:tr h="370840">
                <a:tc>
                  <a:txBody>
                    <a:bodyPr/>
                    <a:lstStyle/>
                    <a:p>
                      <a:pPr algn="l"/>
                      <a:r>
                        <a:rPr lang="es-ES_tradnl" sz="1600" b="1" dirty="0">
                          <a:solidFill>
                            <a:schemeClr val="bg1"/>
                          </a:solidFill>
                        </a:rPr>
                        <a:t>Ingresos financieros</a:t>
                      </a:r>
                      <a:endParaRPr lang="es-ES" sz="1600" b="1" dirty="0">
                        <a:solidFill>
                          <a:schemeClr val="bg1"/>
                        </a:solidFill>
                      </a:endParaRPr>
                    </a:p>
                  </a:txBody>
                  <a:tcPr anchor="ctr">
                    <a:solidFill>
                      <a:schemeClr val="accent1"/>
                    </a:solidFill>
                  </a:tcPr>
                </a:tc>
                <a:tc>
                  <a:txBody>
                    <a:bodyPr/>
                    <a:lstStyle/>
                    <a:p>
                      <a:pPr algn="l"/>
                      <a:r>
                        <a:rPr lang="es-ES_tradnl" sz="1600" b="0" dirty="0">
                          <a:solidFill>
                            <a:schemeClr val="tx1"/>
                          </a:solidFill>
                        </a:rPr>
                        <a:t>Intereses de cuentas bancarias</a:t>
                      </a:r>
                      <a:endParaRPr lang="es-ES" sz="1600" b="0" dirty="0">
                        <a:solidFill>
                          <a:schemeClr val="tx1"/>
                        </a:solidFill>
                      </a:endParaRPr>
                    </a:p>
                  </a:txBody>
                  <a:tcPr/>
                </a:tc>
                <a:extLst>
                  <a:ext uri="{0D108BD9-81ED-4DB2-BD59-A6C34878D82A}">
                    <a16:rowId xmlns:a16="http://schemas.microsoft.com/office/drawing/2014/main" val="10003"/>
                  </a:ext>
                </a:extLst>
              </a:tr>
              <a:tr h="370840">
                <a:tc>
                  <a:txBody>
                    <a:bodyPr/>
                    <a:lstStyle/>
                    <a:p>
                      <a:pPr algn="l"/>
                      <a:r>
                        <a:rPr lang="es-ES_tradnl" sz="1600" b="1" dirty="0">
                          <a:solidFill>
                            <a:schemeClr val="bg1"/>
                          </a:solidFill>
                        </a:rPr>
                        <a:t>Gastos financieros</a:t>
                      </a:r>
                      <a:endParaRPr lang="es-ES" sz="1600" b="1" dirty="0">
                        <a:solidFill>
                          <a:schemeClr val="bg1"/>
                        </a:solidFill>
                      </a:endParaRPr>
                    </a:p>
                  </a:txBody>
                  <a:tcPr anchor="ctr">
                    <a:solidFill>
                      <a:schemeClr val="accent1"/>
                    </a:solidFill>
                  </a:tcPr>
                </a:tc>
                <a:tc>
                  <a:txBody>
                    <a:bodyPr/>
                    <a:lstStyle/>
                    <a:p>
                      <a:pPr algn="l"/>
                      <a:r>
                        <a:rPr lang="es-ES_tradnl" sz="1600" b="0" dirty="0">
                          <a:solidFill>
                            <a:schemeClr val="tx1"/>
                          </a:solidFill>
                        </a:rPr>
                        <a:t>Intereses de préstamos</a:t>
                      </a:r>
                      <a:r>
                        <a:rPr lang="es-ES_tradnl" sz="1600" b="0" baseline="0" dirty="0">
                          <a:solidFill>
                            <a:schemeClr val="tx1"/>
                          </a:solidFill>
                        </a:rPr>
                        <a:t>  concedidos / comisiones bancarias</a:t>
                      </a:r>
                      <a:endParaRPr lang="es-ES" sz="1600" b="0" dirty="0">
                        <a:solidFill>
                          <a:schemeClr val="tx1"/>
                        </a:solidFill>
                      </a:endParaRPr>
                    </a:p>
                  </a:txBody>
                  <a:tcPr/>
                </a:tc>
                <a:extLst>
                  <a:ext uri="{0D108BD9-81ED-4DB2-BD59-A6C34878D82A}">
                    <a16:rowId xmlns:a16="http://schemas.microsoft.com/office/drawing/2014/main" val="10004"/>
                  </a:ext>
                </a:extLst>
              </a:tr>
              <a:tr h="370840">
                <a:tc>
                  <a:txBody>
                    <a:bodyPr/>
                    <a:lstStyle/>
                    <a:p>
                      <a:pPr algn="l"/>
                      <a:r>
                        <a:rPr lang="es-ES_tradnl" sz="1600" b="1" dirty="0">
                          <a:solidFill>
                            <a:schemeClr val="bg1"/>
                          </a:solidFill>
                        </a:rPr>
                        <a:t>Resultado</a:t>
                      </a:r>
                      <a:r>
                        <a:rPr lang="es-ES_tradnl" sz="1600" b="1" baseline="0" dirty="0">
                          <a:solidFill>
                            <a:schemeClr val="bg1"/>
                          </a:solidFill>
                        </a:rPr>
                        <a:t> financiero</a:t>
                      </a:r>
                      <a:endParaRPr lang="es-ES" sz="1600" b="1" dirty="0">
                        <a:solidFill>
                          <a:schemeClr val="bg1"/>
                        </a:solidFill>
                      </a:endParaRPr>
                    </a:p>
                  </a:txBody>
                  <a:tcPr anchor="ctr">
                    <a:solidFill>
                      <a:schemeClr val="accent3"/>
                    </a:solidFill>
                  </a:tcPr>
                </a:tc>
                <a:tc>
                  <a:txBody>
                    <a:bodyPr/>
                    <a:lstStyle/>
                    <a:p>
                      <a:pPr algn="l"/>
                      <a:r>
                        <a:rPr lang="es-ES_tradnl" sz="1600" b="0" dirty="0">
                          <a:solidFill>
                            <a:schemeClr val="tx1"/>
                          </a:solidFill>
                        </a:rPr>
                        <a:t>Ingresos</a:t>
                      </a:r>
                      <a:r>
                        <a:rPr lang="es-ES_tradnl" sz="1600" b="0" baseline="0" dirty="0">
                          <a:solidFill>
                            <a:schemeClr val="tx1"/>
                          </a:solidFill>
                        </a:rPr>
                        <a:t> menos gastos financieros</a:t>
                      </a:r>
                      <a:endParaRPr lang="es-ES" sz="1600" b="0" dirty="0">
                        <a:solidFill>
                          <a:schemeClr val="tx1"/>
                        </a:solidFill>
                      </a:endParaRPr>
                    </a:p>
                  </a:txBody>
                  <a:tcPr/>
                </a:tc>
                <a:extLst>
                  <a:ext uri="{0D108BD9-81ED-4DB2-BD59-A6C34878D82A}">
                    <a16:rowId xmlns:a16="http://schemas.microsoft.com/office/drawing/2014/main" val="10005"/>
                  </a:ext>
                </a:extLst>
              </a:tr>
              <a:tr h="370840">
                <a:tc>
                  <a:txBody>
                    <a:bodyPr/>
                    <a:lstStyle/>
                    <a:p>
                      <a:pPr algn="l"/>
                      <a:r>
                        <a:rPr lang="es-ES_tradnl" sz="1600" b="1" dirty="0">
                          <a:solidFill>
                            <a:schemeClr val="bg1"/>
                          </a:solidFill>
                        </a:rPr>
                        <a:t>Resultado antes de impuestos</a:t>
                      </a:r>
                      <a:endParaRPr lang="es-ES" sz="1600" b="1" dirty="0">
                        <a:solidFill>
                          <a:schemeClr val="bg1"/>
                        </a:solidFill>
                      </a:endParaRPr>
                    </a:p>
                  </a:txBody>
                  <a:tcPr anchor="ctr">
                    <a:solidFill>
                      <a:schemeClr val="accent3"/>
                    </a:solidFill>
                  </a:tcPr>
                </a:tc>
                <a:tc>
                  <a:txBody>
                    <a:bodyPr/>
                    <a:lstStyle/>
                    <a:p>
                      <a:pPr algn="l"/>
                      <a:r>
                        <a:rPr lang="es-ES_tradnl" sz="1600" b="0" dirty="0">
                          <a:solidFill>
                            <a:schemeClr val="tx1"/>
                          </a:solidFill>
                        </a:rPr>
                        <a:t>Se suman el resultado de explotación</a:t>
                      </a:r>
                      <a:r>
                        <a:rPr lang="es-ES_tradnl" sz="1600" b="0" baseline="0" dirty="0">
                          <a:solidFill>
                            <a:schemeClr val="tx1"/>
                          </a:solidFill>
                        </a:rPr>
                        <a:t> y el financiero</a:t>
                      </a:r>
                      <a:endParaRPr lang="es-ES" sz="1600" b="0" dirty="0">
                        <a:solidFill>
                          <a:schemeClr val="tx1"/>
                        </a:solidFill>
                      </a:endParaRPr>
                    </a:p>
                  </a:txBody>
                  <a:tcPr/>
                </a:tc>
                <a:extLst>
                  <a:ext uri="{0D108BD9-81ED-4DB2-BD59-A6C34878D82A}">
                    <a16:rowId xmlns:a16="http://schemas.microsoft.com/office/drawing/2014/main" val="10006"/>
                  </a:ext>
                </a:extLst>
              </a:tr>
              <a:tr h="191263">
                <a:tc>
                  <a:txBody>
                    <a:bodyPr/>
                    <a:lstStyle/>
                    <a:p>
                      <a:pPr algn="l"/>
                      <a:r>
                        <a:rPr lang="es-ES_tradnl" sz="1600" b="1" dirty="0">
                          <a:solidFill>
                            <a:schemeClr val="bg1"/>
                          </a:solidFill>
                        </a:rPr>
                        <a:t>Resultado del ejercicio</a:t>
                      </a:r>
                      <a:endParaRPr lang="es-ES" sz="1600" b="1" dirty="0">
                        <a:solidFill>
                          <a:schemeClr val="bg1"/>
                        </a:solidFill>
                      </a:endParaRPr>
                    </a:p>
                  </a:txBody>
                  <a:tcPr anchor="ctr">
                    <a:solidFill>
                      <a:schemeClr val="accent3"/>
                    </a:solidFill>
                  </a:tcPr>
                </a:tc>
                <a:tc>
                  <a:txBody>
                    <a:bodyPr/>
                    <a:lstStyle/>
                    <a:p>
                      <a:pPr algn="l"/>
                      <a:r>
                        <a:rPr lang="es-ES_tradnl" sz="1600" b="0" dirty="0">
                          <a:solidFill>
                            <a:schemeClr val="tx1"/>
                          </a:solidFill>
                        </a:rPr>
                        <a:t>Se calcula el IRPF o Impuesto de Sociedades y se resta </a:t>
                      </a:r>
                      <a:endParaRPr lang="es-ES" sz="1600" b="0" dirty="0">
                        <a:solidFill>
                          <a:schemeClr val="tx1"/>
                        </a:solidFill>
                      </a:endParaRPr>
                    </a:p>
                  </a:txBody>
                  <a:tcPr/>
                </a:tc>
                <a:extLst>
                  <a:ext uri="{0D108BD9-81ED-4DB2-BD59-A6C34878D82A}">
                    <a16:rowId xmlns:a16="http://schemas.microsoft.com/office/drawing/2014/main" val="10007"/>
                  </a:ext>
                </a:extLst>
              </a:tr>
            </a:tbl>
          </a:graphicData>
        </a:graphic>
      </p:graphicFrame>
      <p:sp>
        <p:nvSpPr>
          <p:cNvPr id="4" name="9 Flecha izquierda">
            <a:hlinkClick r:id="" action="ppaction://hlinkshowjump?jump=previousslide"/>
            <a:extLst>
              <a:ext uri="{FF2B5EF4-FFF2-40B4-BE49-F238E27FC236}">
                <a16:creationId xmlns:a16="http://schemas.microsoft.com/office/drawing/2014/main" id="{63813D01-5F0F-40C2-AC6D-2BF5B93D43C8}"/>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5" name="10 Flecha derecha">
            <a:hlinkClick r:id="" action="ppaction://hlinkshowjump?jump=nextslide"/>
            <a:extLst>
              <a:ext uri="{FF2B5EF4-FFF2-40B4-BE49-F238E27FC236}">
                <a16:creationId xmlns:a16="http://schemas.microsoft.com/office/drawing/2014/main" id="{0BFB7075-BE76-95F5-5B45-622BC50DD998}"/>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6" name="5 CuadroTexto">
            <a:hlinkClick r:id="rId2" action="ppaction://hlinksldjump"/>
            <a:extLst>
              <a:ext uri="{FF2B5EF4-FFF2-40B4-BE49-F238E27FC236}">
                <a16:creationId xmlns:a16="http://schemas.microsoft.com/office/drawing/2014/main" id="{FB7B3F31-6CFB-AECD-F6FA-2B84C4D9C9B0}"/>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8" name="6 Imagen">
            <a:extLst>
              <a:ext uri="{FF2B5EF4-FFF2-40B4-BE49-F238E27FC236}">
                <a16:creationId xmlns:a16="http://schemas.microsoft.com/office/drawing/2014/main" id="{FA4BE4CB-11A7-CCD5-CFF7-C590E9CC4DC2}"/>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Tree>
    <p:extLst>
      <p:ext uri="{BB962C8B-B14F-4D97-AF65-F5344CB8AC3E}">
        <p14:creationId xmlns:p14="http://schemas.microsoft.com/office/powerpoint/2010/main" val="6482555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1 Título"/>
          <p:cNvSpPr txBox="1">
            <a:spLocks/>
          </p:cNvSpPr>
          <p:nvPr/>
        </p:nvSpPr>
        <p:spPr>
          <a:xfrm>
            <a:off x="35496" y="42626"/>
            <a:ext cx="8611445" cy="50605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7. El plan de tesorería</a:t>
            </a:r>
          </a:p>
        </p:txBody>
      </p:sp>
      <p:sp>
        <p:nvSpPr>
          <p:cNvPr id="4" name="3 CuadroTexto"/>
          <p:cNvSpPr txBox="1"/>
          <p:nvPr/>
        </p:nvSpPr>
        <p:spPr>
          <a:xfrm>
            <a:off x="1171055" y="1988840"/>
            <a:ext cx="6336704" cy="230832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s-ES_tradnl" sz="1600" dirty="0"/>
              <a:t>Herramienta para prevenir que la empresa se quede sin fondos para hacer frente a los pagos (disponer de efectivo)</a:t>
            </a:r>
          </a:p>
          <a:p>
            <a:endParaRPr lang="es-ES_tradnl" sz="1600" dirty="0"/>
          </a:p>
          <a:p>
            <a:pPr marL="285750" indent="-285750">
              <a:buFont typeface="Wingdings"/>
              <a:buChar char="à"/>
            </a:pPr>
            <a:r>
              <a:rPr lang="es-ES_tradnl" sz="1600" dirty="0">
                <a:sym typeface="Wingdings" panose="05000000000000000000" pitchFamily="2" charset="2"/>
              </a:rPr>
              <a:t>Problemas de liquidez recurrir a la financiación externa de un préstamo o línea de crédito urgente.</a:t>
            </a:r>
          </a:p>
          <a:p>
            <a:endParaRPr lang="es-ES_tradnl" sz="1600" dirty="0">
              <a:sym typeface="Wingdings" panose="05000000000000000000" pitchFamily="2" charset="2"/>
            </a:endParaRPr>
          </a:p>
          <a:p>
            <a:pPr marL="285750" indent="-285750">
              <a:buFont typeface="Wingdings"/>
              <a:buChar char="à"/>
            </a:pPr>
            <a:r>
              <a:rPr lang="es-ES_tradnl" sz="1600" dirty="0">
                <a:sym typeface="Wingdings" panose="05000000000000000000" pitchFamily="2" charset="2"/>
              </a:rPr>
              <a:t>Lo mismo sucede al emprendedor. Los primeros meses apenas hay ingresos. Lo habitual el primer año es no tener beneficios  Para los primeros 12 meses se debe reflejar en el Plan de Empresa</a:t>
            </a:r>
            <a:endParaRPr lang="es-ES_tradnl" sz="1600" dirty="0"/>
          </a:p>
        </p:txBody>
      </p:sp>
      <p:sp>
        <p:nvSpPr>
          <p:cNvPr id="2" name="9 Flecha izquierda">
            <a:hlinkClick r:id="" action="ppaction://hlinkshowjump?jump=previousslide"/>
            <a:extLst>
              <a:ext uri="{FF2B5EF4-FFF2-40B4-BE49-F238E27FC236}">
                <a16:creationId xmlns:a16="http://schemas.microsoft.com/office/drawing/2014/main" id="{721099C3-54EC-A2A3-8E6C-4044E2C512CF}"/>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3" name="10 Flecha derecha">
            <a:hlinkClick r:id="" action="ppaction://hlinkshowjump?jump=nextslide"/>
            <a:extLst>
              <a:ext uri="{FF2B5EF4-FFF2-40B4-BE49-F238E27FC236}">
                <a16:creationId xmlns:a16="http://schemas.microsoft.com/office/drawing/2014/main" id="{AE23A21E-BBF7-AC22-6845-7AA5E46CFB92}"/>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5" name="5 CuadroTexto">
            <a:hlinkClick r:id="rId2" action="ppaction://hlinksldjump"/>
            <a:extLst>
              <a:ext uri="{FF2B5EF4-FFF2-40B4-BE49-F238E27FC236}">
                <a16:creationId xmlns:a16="http://schemas.microsoft.com/office/drawing/2014/main" id="{5D4B8080-8916-85E0-9596-3AED4F749B94}"/>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6" name="6 Imagen">
            <a:extLst>
              <a:ext uri="{FF2B5EF4-FFF2-40B4-BE49-F238E27FC236}">
                <a16:creationId xmlns:a16="http://schemas.microsoft.com/office/drawing/2014/main" id="{4722B7C7-2842-6D5E-177F-5F421EB26E4F}"/>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Tree>
    <p:extLst>
      <p:ext uri="{BB962C8B-B14F-4D97-AF65-F5344CB8AC3E}">
        <p14:creationId xmlns:p14="http://schemas.microsoft.com/office/powerpoint/2010/main" val="32705435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21228" y="908720"/>
            <a:ext cx="8611445" cy="646331"/>
          </a:xfrm>
          <a:prstGeom prst="rect">
            <a:avLst/>
          </a:prstGeom>
          <a:noFill/>
        </p:spPr>
        <p:txBody>
          <a:bodyPr wrap="square" rtlCol="0">
            <a:spAutoFit/>
          </a:bodyPr>
          <a:lstStyle/>
          <a:p>
            <a:pPr marL="285750" indent="-285750">
              <a:buFontTx/>
              <a:buChar char="-"/>
            </a:pPr>
            <a:r>
              <a:rPr lang="es-ES_tradnl" dirty="0"/>
              <a:t>Las finanzas se dedican a realizar los estudios detallados y análisis de dicha información de la contabilidad financiera (balance de situación y cuenta de resultados)</a:t>
            </a:r>
          </a:p>
        </p:txBody>
      </p:sp>
      <p:sp>
        <p:nvSpPr>
          <p:cNvPr id="15" name="14 CuadroTexto"/>
          <p:cNvSpPr txBox="1"/>
          <p:nvPr/>
        </p:nvSpPr>
        <p:spPr>
          <a:xfrm>
            <a:off x="171263" y="1596472"/>
            <a:ext cx="4032621"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Representación gráfica del balance en %</a:t>
            </a:r>
            <a:endParaRPr lang="es-ES" b="1" dirty="0"/>
          </a:p>
        </p:txBody>
      </p:sp>
      <p:pic>
        <p:nvPicPr>
          <p:cNvPr id="9" name="Imagen 8" descr="Gráfico, Gráfico de rectángulos&#10;&#10;El contenido generado por IA puede ser incorrecto.">
            <a:extLst>
              <a:ext uri="{FF2B5EF4-FFF2-40B4-BE49-F238E27FC236}">
                <a16:creationId xmlns:a16="http://schemas.microsoft.com/office/drawing/2014/main" id="{1FAFE692-3D1A-F59C-4CFC-03C8546D31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827" y="2100502"/>
            <a:ext cx="8197072" cy="3911156"/>
          </a:xfrm>
          <a:prstGeom prst="rect">
            <a:avLst/>
          </a:prstGeom>
        </p:spPr>
      </p:pic>
      <p:sp>
        <p:nvSpPr>
          <p:cNvPr id="2" name="9 Flecha izquierda">
            <a:hlinkClick r:id="" action="ppaction://hlinkshowjump?jump=previousslide"/>
            <a:extLst>
              <a:ext uri="{FF2B5EF4-FFF2-40B4-BE49-F238E27FC236}">
                <a16:creationId xmlns:a16="http://schemas.microsoft.com/office/drawing/2014/main" id="{F533E07E-C25F-4561-58F6-A7C9CD4DB13E}"/>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3" name="10 Flecha derecha">
            <a:hlinkClick r:id="" action="ppaction://hlinkshowjump?jump=nextslide"/>
            <a:extLst>
              <a:ext uri="{FF2B5EF4-FFF2-40B4-BE49-F238E27FC236}">
                <a16:creationId xmlns:a16="http://schemas.microsoft.com/office/drawing/2014/main" id="{A08592EB-F7CB-428B-7D57-706CE450514D}"/>
              </a:ext>
            </a:extLst>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4" name="5 CuadroTexto">
            <a:hlinkClick r:id="rId3" action="ppaction://hlinksldjump"/>
            <a:extLst>
              <a:ext uri="{FF2B5EF4-FFF2-40B4-BE49-F238E27FC236}">
                <a16:creationId xmlns:a16="http://schemas.microsoft.com/office/drawing/2014/main" id="{9F8E8ACC-A397-053A-90B4-D14C06A76F89}"/>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12" name="6 Imagen">
            <a:extLst>
              <a:ext uri="{FF2B5EF4-FFF2-40B4-BE49-F238E27FC236}">
                <a16:creationId xmlns:a16="http://schemas.microsoft.com/office/drawing/2014/main" id="{0EB91D49-C915-744F-D8B7-BCCFD4DDEFAB}"/>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13" name="1 Título">
            <a:extLst>
              <a:ext uri="{FF2B5EF4-FFF2-40B4-BE49-F238E27FC236}">
                <a16:creationId xmlns:a16="http://schemas.microsoft.com/office/drawing/2014/main" id="{EC8BE230-3D33-691E-1A81-5CB2C301152C}"/>
              </a:ext>
            </a:extLst>
          </p:cNvPr>
          <p:cNvSpPr txBox="1">
            <a:spLocks/>
          </p:cNvSpPr>
          <p:nvPr/>
        </p:nvSpPr>
        <p:spPr>
          <a:xfrm>
            <a:off x="35496" y="42626"/>
            <a:ext cx="8611445" cy="52819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8. Análisis de balances</a:t>
            </a:r>
          </a:p>
        </p:txBody>
      </p:sp>
    </p:spTree>
    <p:extLst>
      <p:ext uri="{BB962C8B-B14F-4D97-AF65-F5344CB8AC3E}">
        <p14:creationId xmlns:p14="http://schemas.microsoft.com/office/powerpoint/2010/main" val="12304663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1 Título"/>
          <p:cNvSpPr txBox="1">
            <a:spLocks/>
          </p:cNvSpPr>
          <p:nvPr/>
        </p:nvSpPr>
        <p:spPr>
          <a:xfrm>
            <a:off x="35496" y="42626"/>
            <a:ext cx="8611445" cy="528193"/>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dirty="0"/>
              <a:t>8. Análisis de balances</a:t>
            </a:r>
          </a:p>
        </p:txBody>
      </p:sp>
      <p:sp>
        <p:nvSpPr>
          <p:cNvPr id="10" name="9 Flecha izquierda">
            <a:hlinkClick r:id="" action="ppaction://hlinkshowjump?jump=previousslide"/>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11" name="10 Flecha derecha">
            <a:hlinkClick r:id="" action="ppaction://hlinkshowjump?jump=nextslide"/>
          </p:cNvPr>
          <p:cNvSpPr/>
          <p:nvPr/>
        </p:nvSpPr>
        <p:spPr>
          <a:xfrm>
            <a:off x="7507759" y="6291764"/>
            <a:ext cx="864096" cy="333348"/>
          </a:xfrm>
          <a:prstGeom prst="rightArrow">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siguiente</a:t>
            </a:r>
            <a:endParaRPr lang="es-ES" sz="1200" b="1" dirty="0">
              <a:solidFill>
                <a:schemeClr val="bg1"/>
              </a:solidFill>
            </a:endParaRPr>
          </a:p>
        </p:txBody>
      </p:sp>
      <p:sp>
        <p:nvSpPr>
          <p:cNvPr id="6" name="5 CuadroTexto">
            <a:hlinkClick r:id="rId2" action="ppaction://hlinksldjump"/>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7" name="6 Imagen"/>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
        <p:nvSpPr>
          <p:cNvPr id="2" name="1 CuadroTexto"/>
          <p:cNvSpPr txBox="1"/>
          <p:nvPr/>
        </p:nvSpPr>
        <p:spPr>
          <a:xfrm>
            <a:off x="167929" y="968363"/>
            <a:ext cx="3067425"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s-ES_tradnl" b="1" dirty="0"/>
              <a:t>Fondo de Maniobra y ratios</a:t>
            </a:r>
            <a:endParaRPr lang="es-ES" b="1" dirty="0"/>
          </a:p>
        </p:txBody>
      </p:sp>
      <p:sp>
        <p:nvSpPr>
          <p:cNvPr id="3" name="2 CuadroTexto"/>
          <p:cNvSpPr txBox="1"/>
          <p:nvPr/>
        </p:nvSpPr>
        <p:spPr>
          <a:xfrm>
            <a:off x="167928" y="1556792"/>
            <a:ext cx="8730869" cy="646331"/>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s-ES_tradnl" b="1" dirty="0">
                <a:sym typeface="Wingdings" panose="05000000000000000000" pitchFamily="2" charset="2"/>
              </a:rPr>
              <a:t>(Existencias + Realizable + Disponible ) – Pasivo Corriente = Fondo de Maniobra </a:t>
            </a:r>
          </a:p>
          <a:p>
            <a:pPr algn="ctr"/>
            <a:r>
              <a:rPr lang="es-ES_tradnl" dirty="0">
                <a:sym typeface="Wingdings" panose="05000000000000000000" pitchFamily="2" charset="2"/>
              </a:rPr>
              <a:t>Parte del </a:t>
            </a:r>
            <a:r>
              <a:rPr lang="es-ES_tradnl" b="1" dirty="0">
                <a:sym typeface="Wingdings" panose="05000000000000000000" pitchFamily="2" charset="2"/>
              </a:rPr>
              <a:t>Activo Corriente </a:t>
            </a:r>
            <a:r>
              <a:rPr lang="es-ES_tradnl" dirty="0">
                <a:sym typeface="Wingdings" panose="05000000000000000000" pitchFamily="2" charset="2"/>
              </a:rPr>
              <a:t>que excede del </a:t>
            </a:r>
            <a:r>
              <a:rPr lang="es-ES_tradnl" b="1" dirty="0">
                <a:sym typeface="Wingdings" panose="05000000000000000000" pitchFamily="2" charset="2"/>
              </a:rPr>
              <a:t>Pasivo Corriente</a:t>
            </a:r>
            <a:r>
              <a:rPr lang="es-ES_tradnl" b="1" dirty="0"/>
              <a:t> </a:t>
            </a:r>
            <a:endParaRPr lang="es-ES" b="1" dirty="0"/>
          </a:p>
        </p:txBody>
      </p:sp>
      <p:sp>
        <p:nvSpPr>
          <p:cNvPr id="13" name="12 CuadroTexto"/>
          <p:cNvSpPr txBox="1"/>
          <p:nvPr/>
        </p:nvSpPr>
        <p:spPr>
          <a:xfrm>
            <a:off x="167929" y="2492896"/>
            <a:ext cx="8730868" cy="646331"/>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s-ES_tradnl" dirty="0">
                <a:sym typeface="Wingdings" panose="05000000000000000000" pitchFamily="2" charset="2"/>
              </a:rPr>
              <a:t>Fondo de Maniobra sirve para </a:t>
            </a:r>
            <a:r>
              <a:rPr lang="es-ES_tradnl" b="1" i="1" dirty="0">
                <a:sym typeface="Wingdings" panose="05000000000000000000" pitchFamily="2" charset="2"/>
              </a:rPr>
              <a:t>prevenir la suspensión de pagos</a:t>
            </a:r>
          </a:p>
          <a:p>
            <a:pPr algn="ctr"/>
            <a:r>
              <a:rPr lang="es-ES_tradnl" dirty="0">
                <a:sym typeface="Wingdings" panose="05000000000000000000" pitchFamily="2" charset="2"/>
              </a:rPr>
              <a:t>¿Hay suficiente activo corriente para pagar las deudas a corto plazo (pasivo corriente)?</a:t>
            </a:r>
            <a:endParaRPr lang="es-ES" dirty="0"/>
          </a:p>
        </p:txBody>
      </p:sp>
      <p:sp>
        <p:nvSpPr>
          <p:cNvPr id="14" name="13 CuadroTexto"/>
          <p:cNvSpPr txBox="1"/>
          <p:nvPr/>
        </p:nvSpPr>
        <p:spPr>
          <a:xfrm>
            <a:off x="148255" y="3431532"/>
            <a:ext cx="8730869"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s-ES_tradnl" b="1" dirty="0">
                <a:sym typeface="Wingdings" panose="05000000000000000000" pitchFamily="2" charset="2"/>
              </a:rPr>
              <a:t>Fondo de Maniobra = Activo corriente – Pasivo Corriente </a:t>
            </a:r>
            <a:r>
              <a:rPr lang="es-ES_tradnl" dirty="0">
                <a:sym typeface="Wingdings" panose="05000000000000000000" pitchFamily="2" charset="2"/>
              </a:rPr>
              <a:t>&gt; 0  problemas de liquidez</a:t>
            </a:r>
            <a:endParaRPr lang="es-ES" dirty="0"/>
          </a:p>
        </p:txBody>
      </p:sp>
      <p:sp>
        <p:nvSpPr>
          <p:cNvPr id="15" name="14 CuadroTexto"/>
          <p:cNvSpPr txBox="1"/>
          <p:nvPr/>
        </p:nvSpPr>
        <p:spPr>
          <a:xfrm>
            <a:off x="167927" y="4024102"/>
            <a:ext cx="8730869"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s-ES_tradnl" b="1" dirty="0">
                <a:sym typeface="Wingdings" panose="05000000000000000000" pitchFamily="2" charset="2"/>
              </a:rPr>
              <a:t>Ratio de liquidez = Activo Corriente / Pasivo corriente  </a:t>
            </a:r>
            <a:r>
              <a:rPr lang="es-ES_tradnl" dirty="0">
                <a:sym typeface="Wingdings" panose="05000000000000000000" pitchFamily="2" charset="2"/>
              </a:rPr>
              <a:t>entre 2 y 1</a:t>
            </a:r>
            <a:endParaRPr lang="es-ES" b="1" dirty="0"/>
          </a:p>
        </p:txBody>
      </p:sp>
      <p:sp>
        <p:nvSpPr>
          <p:cNvPr id="16" name="15 CuadroTexto"/>
          <p:cNvSpPr txBox="1"/>
          <p:nvPr/>
        </p:nvSpPr>
        <p:spPr>
          <a:xfrm>
            <a:off x="167929" y="4675185"/>
            <a:ext cx="8730869"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s-ES_tradnl" b="1" dirty="0">
                <a:sym typeface="Wingdings" panose="05000000000000000000" pitchFamily="2" charset="2"/>
              </a:rPr>
              <a:t>Ratio de endeudamiento = pasivo / (pasivo + patrimonio neto)  </a:t>
            </a:r>
            <a:r>
              <a:rPr lang="es-ES_tradnl" dirty="0">
                <a:sym typeface="Wingdings" panose="05000000000000000000" pitchFamily="2" charset="2"/>
              </a:rPr>
              <a:t>nunca superior a 0,6</a:t>
            </a:r>
            <a:endParaRPr lang="es-ES" b="1" dirty="0"/>
          </a:p>
        </p:txBody>
      </p:sp>
    </p:spTree>
    <p:extLst>
      <p:ext uri="{BB962C8B-B14F-4D97-AF65-F5344CB8AC3E}">
        <p14:creationId xmlns:p14="http://schemas.microsoft.com/office/powerpoint/2010/main" val="20620367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 Título"/>
          <p:cNvSpPr txBox="1">
            <a:spLocks/>
          </p:cNvSpPr>
          <p:nvPr/>
        </p:nvSpPr>
        <p:spPr>
          <a:xfrm>
            <a:off x="35496" y="35519"/>
            <a:ext cx="8975920" cy="5131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_tradnl" sz="2700" b="1" i="1" u="sng" dirty="0">
                <a:effectLst>
                  <a:outerShdw blurRad="38100" dist="38100" dir="2700000" algn="tl">
                    <a:srgbClr val="000000">
                      <a:alpha val="43137"/>
                    </a:srgbClr>
                  </a:outerShdw>
                </a:effectLst>
              </a:rPr>
              <a:t>Amplía 1</a:t>
            </a:r>
            <a:r>
              <a:rPr lang="es-ES_tradnl" sz="2700" b="1" dirty="0"/>
              <a:t>: </a:t>
            </a:r>
            <a:r>
              <a:rPr lang="es-ES_tradnl" sz="2700" b="1" dirty="0">
                <a:solidFill>
                  <a:srgbClr val="C00000"/>
                </a:solidFill>
                <a:effectLst>
                  <a:outerShdw blurRad="38100" dist="38100" dir="2700000" algn="tl">
                    <a:srgbClr val="000000">
                      <a:alpha val="43137"/>
                    </a:srgbClr>
                  </a:outerShdw>
                </a:effectLst>
              </a:rPr>
              <a:t>“Buscador de ayudas: </a:t>
            </a:r>
            <a:r>
              <a:rPr lang="es-ES_tradnl" sz="2700" b="1" dirty="0" err="1">
                <a:solidFill>
                  <a:srgbClr val="C00000"/>
                </a:solidFill>
                <a:effectLst>
                  <a:outerShdw blurRad="38100" dist="38100" dir="2700000" algn="tl">
                    <a:srgbClr val="000000">
                      <a:alpha val="43137"/>
                    </a:srgbClr>
                  </a:outerShdw>
                </a:effectLst>
              </a:rPr>
              <a:t>ipyme</a:t>
            </a:r>
            <a:r>
              <a:rPr lang="es-ES_tradnl" sz="2700" b="1" dirty="0">
                <a:solidFill>
                  <a:srgbClr val="C00000"/>
                </a:solidFill>
                <a:effectLst>
                  <a:outerShdw blurRad="38100" dist="38100" dir="2700000" algn="tl">
                    <a:srgbClr val="000000">
                      <a:alpha val="43137"/>
                    </a:srgbClr>
                  </a:outerShdw>
                </a:effectLst>
              </a:rPr>
              <a:t>”</a:t>
            </a:r>
          </a:p>
        </p:txBody>
      </p:sp>
      <p:sp>
        <p:nvSpPr>
          <p:cNvPr id="2" name="1 CuadroTexto"/>
          <p:cNvSpPr txBox="1"/>
          <p:nvPr/>
        </p:nvSpPr>
        <p:spPr>
          <a:xfrm>
            <a:off x="171311" y="1268760"/>
            <a:ext cx="8860874" cy="3046988"/>
          </a:xfrm>
          <a:prstGeom prst="rect">
            <a:avLst/>
          </a:prstGeom>
          <a:solidFill>
            <a:schemeClr val="accent6">
              <a:lumMod val="40000"/>
              <a:lumOff val="60000"/>
            </a:schemeClr>
          </a:solidFill>
        </p:spPr>
        <p:txBody>
          <a:bodyPr wrap="square" rtlCol="0">
            <a:spAutoFit/>
          </a:bodyPr>
          <a:lstStyle/>
          <a:p>
            <a:pPr algn="ctr"/>
            <a:r>
              <a:rPr lang="es-ES_tradnl" sz="1600" b="1" dirty="0">
                <a:sym typeface="Wingdings" panose="05000000000000000000" pitchFamily="2" charset="2"/>
              </a:rPr>
              <a:t>Guías dinámicas de ayudas e incentivos por empresas</a:t>
            </a:r>
          </a:p>
          <a:p>
            <a:pPr algn="ctr"/>
            <a:endParaRPr lang="es-ES_tradnl" sz="1600" b="1" dirty="0">
              <a:sym typeface="Wingdings" panose="05000000000000000000" pitchFamily="2" charset="2"/>
            </a:endParaRPr>
          </a:p>
          <a:p>
            <a:pPr marL="285750" indent="-285750">
              <a:buFont typeface="Wingdings"/>
              <a:buChar char="à"/>
            </a:pPr>
            <a:r>
              <a:rPr lang="es-ES_tradnl" sz="1600" dirty="0">
                <a:sym typeface="Wingdings" panose="05000000000000000000" pitchFamily="2" charset="2"/>
              </a:rPr>
              <a:t>La Dirección General de Industria y dela Pequeña y Mediana empresa presenta las Guías dinámicas de Ayudas e Incentivos</a:t>
            </a:r>
          </a:p>
          <a:p>
            <a:endParaRPr lang="es-ES_tradnl" sz="1600" dirty="0">
              <a:sym typeface="Wingdings" panose="05000000000000000000" pitchFamily="2" charset="2"/>
            </a:endParaRPr>
          </a:p>
          <a:p>
            <a:pPr marL="285750" indent="-285750">
              <a:buFont typeface="Wingdings"/>
              <a:buChar char="à"/>
            </a:pPr>
            <a:r>
              <a:rPr lang="es-ES_tradnl" sz="1600" dirty="0">
                <a:sym typeface="Wingdings" panose="05000000000000000000" pitchFamily="2" charset="2"/>
              </a:rPr>
              <a:t>Están constantemente </a:t>
            </a:r>
            <a:r>
              <a:rPr lang="es-ES_tradnl" sz="1600" b="1" dirty="0">
                <a:sym typeface="Wingdings" panose="05000000000000000000" pitchFamily="2" charset="2"/>
              </a:rPr>
              <a:t>ACTUALIZADAS</a:t>
            </a:r>
            <a:r>
              <a:rPr lang="es-ES_tradnl" sz="1600" dirty="0">
                <a:sym typeface="Wingdings" panose="05000000000000000000" pitchFamily="2" charset="2"/>
              </a:rPr>
              <a:t>, y se accede solo a aquellas que tienen el </a:t>
            </a:r>
            <a:r>
              <a:rPr lang="es-ES_tradnl" sz="1600" b="1" dirty="0">
                <a:sym typeface="Wingdings" panose="05000000000000000000" pitchFamily="2" charset="2"/>
              </a:rPr>
              <a:t>plazo de solicitud abierto</a:t>
            </a:r>
            <a:r>
              <a:rPr lang="es-ES_tradnl" sz="1600" dirty="0">
                <a:sym typeface="Wingdings" panose="05000000000000000000" pitchFamily="2" charset="2"/>
              </a:rPr>
              <a:t>. Todo es lo que las diferencia de otras guías publicadas.</a:t>
            </a:r>
          </a:p>
          <a:p>
            <a:endParaRPr lang="es-ES_tradnl" sz="1600" dirty="0">
              <a:sym typeface="Wingdings" panose="05000000000000000000" pitchFamily="2" charset="2"/>
            </a:endParaRPr>
          </a:p>
          <a:p>
            <a:pPr marL="285750" indent="-285750">
              <a:buFont typeface="Wingdings"/>
              <a:buChar char="à"/>
            </a:pPr>
            <a:r>
              <a:rPr lang="es-ES_tradnl" sz="1600" dirty="0">
                <a:sym typeface="Wingdings" panose="05000000000000000000" pitchFamily="2" charset="2"/>
              </a:rPr>
              <a:t>Estas Guías recogen todas las ayudas e incentivos otorgados y convocados por la Administración General del Estado, Administraciones Autonómicas, Administraciones Locales y otros organismos públicos.</a:t>
            </a:r>
          </a:p>
          <a:p>
            <a:endParaRPr lang="es-ES_tradnl" sz="1600" dirty="0">
              <a:sym typeface="Wingdings" panose="05000000000000000000" pitchFamily="2" charset="2"/>
            </a:endParaRPr>
          </a:p>
        </p:txBody>
      </p:sp>
      <p:sp>
        <p:nvSpPr>
          <p:cNvPr id="5" name="4 CuadroTexto">
            <a:hlinkClick r:id="rId3"/>
          </p:cNvPr>
          <p:cNvSpPr txBox="1"/>
          <p:nvPr/>
        </p:nvSpPr>
        <p:spPr>
          <a:xfrm>
            <a:off x="168080" y="5667198"/>
            <a:ext cx="8220344" cy="338554"/>
          </a:xfrm>
          <a:prstGeom prst="rect">
            <a:avLst/>
          </a:prstGeom>
          <a:noFill/>
        </p:spPr>
        <p:txBody>
          <a:bodyPr wrap="square" rtlCol="0">
            <a:spAutoFit/>
          </a:bodyPr>
          <a:lstStyle/>
          <a:p>
            <a:r>
              <a:rPr lang="es-ES_tradnl" sz="1600" dirty="0"/>
              <a:t>Fuente: </a:t>
            </a:r>
            <a:r>
              <a:rPr lang="es-ES_tradnl" sz="1600" b="1" dirty="0">
                <a:hlinkClick r:id="rId3"/>
              </a:rPr>
              <a:t>http://www.ipyme.org/es-ES/GuiasDinamicas/Paginas/Guiasdinamicas.aspx</a:t>
            </a:r>
            <a:endParaRPr lang="es-ES" sz="1600" b="1" dirty="0"/>
          </a:p>
        </p:txBody>
      </p:sp>
      <p:sp>
        <p:nvSpPr>
          <p:cNvPr id="3" name="9 Flecha izquierda">
            <a:hlinkClick r:id="" action="ppaction://hlinkshowjump?jump=previousslide"/>
            <a:extLst>
              <a:ext uri="{FF2B5EF4-FFF2-40B4-BE49-F238E27FC236}">
                <a16:creationId xmlns:a16="http://schemas.microsoft.com/office/drawing/2014/main" id="{DE224178-5A7C-FEA3-8CB6-7D05225B74E5}"/>
              </a:ext>
            </a:extLst>
          </p:cNvPr>
          <p:cNvSpPr/>
          <p:nvPr/>
        </p:nvSpPr>
        <p:spPr>
          <a:xfrm>
            <a:off x="71389" y="6315511"/>
            <a:ext cx="875539" cy="281841"/>
          </a:xfrm>
          <a:prstGeom prst="leftArrow">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200" b="1" dirty="0">
                <a:solidFill>
                  <a:schemeClr val="bg1"/>
                </a:solidFill>
              </a:rPr>
              <a:t>anterior</a:t>
            </a:r>
            <a:endParaRPr lang="es-ES" sz="1200" b="1" dirty="0">
              <a:solidFill>
                <a:schemeClr val="bg1"/>
              </a:solidFill>
            </a:endParaRPr>
          </a:p>
        </p:txBody>
      </p:sp>
      <p:sp>
        <p:nvSpPr>
          <p:cNvPr id="7" name="5 CuadroTexto">
            <a:hlinkClick r:id="rId4" action="ppaction://hlinksldjump"/>
            <a:extLst>
              <a:ext uri="{FF2B5EF4-FFF2-40B4-BE49-F238E27FC236}">
                <a16:creationId xmlns:a16="http://schemas.microsoft.com/office/drawing/2014/main" id="{852A1917-CF96-C20E-A91C-C15E1136E123}"/>
              </a:ext>
            </a:extLst>
          </p:cNvPr>
          <p:cNvSpPr txBox="1"/>
          <p:nvPr/>
        </p:nvSpPr>
        <p:spPr>
          <a:xfrm>
            <a:off x="3686365" y="6218389"/>
            <a:ext cx="1317683" cy="369332"/>
          </a:xfrm>
          <a:prstGeom prst="rect">
            <a:avLst/>
          </a:prstGeom>
          <a:noFill/>
        </p:spPr>
        <p:txBody>
          <a:bodyPr wrap="square" rtlCol="0">
            <a:spAutoFit/>
          </a:bodyPr>
          <a:lstStyle/>
          <a:p>
            <a:r>
              <a:rPr lang="es-ES_tradnl" b="1" dirty="0">
                <a:solidFill>
                  <a:schemeClr val="tx2"/>
                </a:solidFill>
              </a:rPr>
              <a:t>Contenidos</a:t>
            </a:r>
            <a:endParaRPr lang="es-ES" b="1" dirty="0">
              <a:solidFill>
                <a:schemeClr val="tx2"/>
              </a:solidFill>
            </a:endParaRPr>
          </a:p>
        </p:txBody>
      </p:sp>
      <p:pic>
        <p:nvPicPr>
          <p:cNvPr id="8" name="6 Imagen">
            <a:extLst>
              <a:ext uri="{FF2B5EF4-FFF2-40B4-BE49-F238E27FC236}">
                <a16:creationId xmlns:a16="http://schemas.microsoft.com/office/drawing/2014/main" id="{41B2C683-46BB-2748-6710-CC9D25C378D4}"/>
              </a:ext>
            </a:extLst>
          </p:cNvPr>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2666529">
            <a:off x="3471629" y="6330714"/>
            <a:ext cx="287793" cy="361618"/>
          </a:xfrm>
          <a:prstGeom prst="rect">
            <a:avLst/>
          </a:prstGeom>
        </p:spPr>
      </p:pic>
    </p:spTree>
    <p:extLst>
      <p:ext uri="{BB962C8B-B14F-4D97-AF65-F5344CB8AC3E}">
        <p14:creationId xmlns:p14="http://schemas.microsoft.com/office/powerpoint/2010/main" val="374850603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4798</TotalTime>
  <Words>3565</Words>
  <Application>Microsoft Office PowerPoint</Application>
  <PresentationFormat>Presentación en pantalla (4:3)</PresentationFormat>
  <Paragraphs>579</Paragraphs>
  <Slides>39</Slides>
  <Notes>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39</vt:i4>
      </vt:variant>
    </vt:vector>
  </HeadingPairs>
  <TitlesOfParts>
    <vt:vector size="44" baseType="lpstr">
      <vt:lpstr>Arial</vt:lpstr>
      <vt:lpstr>Calibri</vt:lpstr>
      <vt:lpstr>Cambria Math</vt:lpstr>
      <vt:lpstr>Wingdings</vt:lpstr>
      <vt:lpstr>Tema de Office</vt:lpstr>
      <vt:lpstr>Presentación de PowerPoint</vt:lpstr>
      <vt:lpstr>CONTENIDOS</vt:lpstr>
      <vt:lpstr>RECUERDA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4. La financiación de la empresa: crowfunding</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TONI</dc:creator>
  <cp:lastModifiedBy>Arantxa Pardo</cp:lastModifiedBy>
  <cp:revision>428</cp:revision>
  <dcterms:created xsi:type="dcterms:W3CDTF">2013-09-12T06:29:10Z</dcterms:created>
  <dcterms:modified xsi:type="dcterms:W3CDTF">2025-11-27T16:21:05Z</dcterms:modified>
</cp:coreProperties>
</file>